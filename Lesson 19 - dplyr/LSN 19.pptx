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2B89E-326C-4EB5-8AB6-27726603F992}" v="2" dt="2022-02-08T19:59:29.570"/>
    <p1510:client id="{31FD3606-0822-40B5-8CB2-B054D741CC6A}" v="10" dt="2022-02-08T19:54:16.264"/>
    <p1510:client id="{4598748E-D2C3-4E79-93F6-42D4A5E28473}" v="1" dt="2022-02-08T19:46:47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7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Jae H MAJ" userId="accc2f24-e717-4f65-a7da-a2627220c4b8" providerId="ADAL" clId="{31FD3606-0822-40B5-8CB2-B054D741CC6A}"/>
    <pc:docChg chg="undo custSel modSld">
      <pc:chgData name="Kim, Jae H MAJ" userId="accc2f24-e717-4f65-a7da-a2627220c4b8" providerId="ADAL" clId="{31FD3606-0822-40B5-8CB2-B054D741CC6A}" dt="2022-02-08T19:54:16.263" v="62" actId="1076"/>
      <pc:docMkLst>
        <pc:docMk/>
      </pc:docMkLst>
      <pc:sldChg chg="addSp delSp modSp mod setClrOvrMap">
        <pc:chgData name="Kim, Jae H MAJ" userId="accc2f24-e717-4f65-a7da-a2627220c4b8" providerId="ADAL" clId="{31FD3606-0822-40B5-8CB2-B054D741CC6A}" dt="2022-02-08T19:54:16.263" v="62" actId="1076"/>
        <pc:sldMkLst>
          <pc:docMk/>
          <pc:sldMk cId="3859366770" sldId="257"/>
        </pc:sldMkLst>
        <pc:spChg chg="mo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2" creationId="{6CD4C77A-7A0A-7941-A1CA-5F95F3A2BFB4}"/>
          </ac:spMkLst>
        </pc:spChg>
        <pc:spChg chg="mo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3" creationId="{C2245AB1-302F-7A4B-8D2D-E7EBE77A3307}"/>
          </ac:spMkLst>
        </pc:spChg>
        <pc:spChg chg="add del">
          <ac:chgData name="Kim, Jae H MAJ" userId="accc2f24-e717-4f65-a7da-a2627220c4b8" providerId="ADAL" clId="{31FD3606-0822-40B5-8CB2-B054D741CC6A}" dt="2022-02-08T19:52:47.875" v="41" actId="26606"/>
          <ac:spMkLst>
            <pc:docMk/>
            <pc:sldMk cId="3859366770" sldId="257"/>
            <ac:spMk id="71" creationId="{605494DE-B078-4D87-BB01-C84320618DAD}"/>
          </ac:spMkLst>
        </pc:spChg>
        <pc:spChg chg="add del">
          <ac:chgData name="Kim, Jae H MAJ" userId="accc2f24-e717-4f65-a7da-a2627220c4b8" providerId="ADAL" clId="{31FD3606-0822-40B5-8CB2-B054D741CC6A}" dt="2022-02-08T19:52:47.875" v="41" actId="26606"/>
          <ac:spMkLst>
            <pc:docMk/>
            <pc:sldMk cId="3859366770" sldId="257"/>
            <ac:spMk id="73" creationId="{9A0576B0-CD8C-4661-95C8-A9F2CE7CDDB0}"/>
          </ac:spMkLst>
        </pc:spChg>
        <pc:spChg chg="add del">
          <ac:chgData name="Kim, Jae H MAJ" userId="accc2f24-e717-4f65-a7da-a2627220c4b8" providerId="ADAL" clId="{31FD3606-0822-40B5-8CB2-B054D741CC6A}" dt="2022-02-08T19:52:47.875" v="41" actId="26606"/>
          <ac:spMkLst>
            <pc:docMk/>
            <pc:sldMk cId="3859366770" sldId="257"/>
            <ac:spMk id="75" creationId="{3FF60E2B-3919-423C-B1FF-56CDE6681165}"/>
          </ac:spMkLst>
        </pc:spChg>
        <pc:spChg chg="add del">
          <ac:chgData name="Kim, Jae H MAJ" userId="accc2f24-e717-4f65-a7da-a2627220c4b8" providerId="ADAL" clId="{31FD3606-0822-40B5-8CB2-B054D741CC6A}" dt="2022-02-08T19:52:43.937" v="36" actId="26606"/>
          <ac:spMkLst>
            <pc:docMk/>
            <pc:sldMk cId="3859366770" sldId="257"/>
            <ac:spMk id="80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2:43.937" v="36" actId="26606"/>
          <ac:spMkLst>
            <pc:docMk/>
            <pc:sldMk cId="3859366770" sldId="257"/>
            <ac:spMk id="82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2:43.937" v="36" actId="26606"/>
          <ac:spMkLst>
            <pc:docMk/>
            <pc:sldMk cId="3859366770" sldId="257"/>
            <ac:spMk id="84" creationId="{F78796AF-79A0-47AC-BEFD-BFFC00F968C4}"/>
          </ac:spMkLst>
        </pc:spChg>
        <pc:spChg chg="add del">
          <ac:chgData name="Kim, Jae H MAJ" userId="accc2f24-e717-4f65-a7da-a2627220c4b8" providerId="ADAL" clId="{31FD3606-0822-40B5-8CB2-B054D741CC6A}" dt="2022-02-08T19:52:46.281" v="38" actId="26606"/>
          <ac:spMkLst>
            <pc:docMk/>
            <pc:sldMk cId="3859366770" sldId="257"/>
            <ac:spMk id="86" creationId="{7CA0DAA6-33B8-4A25-810D-2F4D816FB40E}"/>
          </ac:spMkLst>
        </pc:spChg>
        <pc:spChg chg="add del">
          <ac:chgData name="Kim, Jae H MAJ" userId="accc2f24-e717-4f65-a7da-a2627220c4b8" providerId="ADAL" clId="{31FD3606-0822-40B5-8CB2-B054D741CC6A}" dt="2022-02-08T19:52:47.870" v="40" actId="26606"/>
          <ac:spMkLst>
            <pc:docMk/>
            <pc:sldMk cId="3859366770" sldId="257"/>
            <ac:spMk id="88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2:47.870" v="40" actId="26606"/>
          <ac:spMkLst>
            <pc:docMk/>
            <pc:sldMk cId="3859366770" sldId="257"/>
            <ac:spMk id="89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09.820" v="45" actId="26606"/>
          <ac:spMkLst>
            <pc:docMk/>
            <pc:sldMk cId="3859366770" sldId="257"/>
            <ac:spMk id="93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09.820" v="45" actId="26606"/>
          <ac:spMkLst>
            <pc:docMk/>
            <pc:sldMk cId="3859366770" sldId="257"/>
            <ac:spMk id="94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09.820" v="45" actId="26606"/>
          <ac:spMkLst>
            <pc:docMk/>
            <pc:sldMk cId="3859366770" sldId="257"/>
            <ac:spMk id="95" creationId="{F78796AF-79A0-47AC-BEFD-BFFC00F968C4}"/>
          </ac:spMkLst>
        </pc:spChg>
        <pc:spChg chg="ad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97" creationId="{E613F699-B53E-4E9A-B7E8-4979FEF428EA}"/>
          </ac:spMkLst>
        </pc:spChg>
        <pc:spChg chg="add del">
          <ac:chgData name="Kim, Jae H MAJ" userId="accc2f24-e717-4f65-a7da-a2627220c4b8" providerId="ADAL" clId="{31FD3606-0822-40B5-8CB2-B054D741CC6A}" dt="2022-02-08T19:53:40.238" v="57" actId="26606"/>
          <ac:spMkLst>
            <pc:docMk/>
            <pc:sldMk cId="3859366770" sldId="257"/>
            <ac:spMk id="137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40.238" v="57" actId="26606"/>
          <ac:spMkLst>
            <pc:docMk/>
            <pc:sldMk cId="3859366770" sldId="257"/>
            <ac:spMk id="139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40.238" v="57" actId="26606"/>
          <ac:spMkLst>
            <pc:docMk/>
            <pc:sldMk cId="3859366770" sldId="257"/>
            <ac:spMk id="141" creationId="{F78796AF-79A0-47AC-BEFD-BFFC00F968C4}"/>
          </ac:spMkLst>
        </pc:spChg>
        <pc:spChg chg="add del">
          <ac:chgData name="Kim, Jae H MAJ" userId="accc2f24-e717-4f65-a7da-a2627220c4b8" providerId="ADAL" clId="{31FD3606-0822-40B5-8CB2-B054D741CC6A}" dt="2022-02-08T19:53:26.490" v="48" actId="26606"/>
          <ac:spMkLst>
            <pc:docMk/>
            <pc:sldMk cId="3859366770" sldId="257"/>
            <ac:spMk id="192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3:26.490" v="48" actId="26606"/>
          <ac:spMkLst>
            <pc:docMk/>
            <pc:sldMk cId="3859366770" sldId="257"/>
            <ac:spMk id="193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29.222" v="50" actId="26606"/>
          <ac:spMkLst>
            <pc:docMk/>
            <pc:sldMk cId="3859366770" sldId="257"/>
            <ac:spMk id="1030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29.222" v="50" actId="26606"/>
          <ac:spMkLst>
            <pc:docMk/>
            <pc:sldMk cId="3859366770" sldId="257"/>
            <ac:spMk id="1031" creationId="{B2DC8709-0A70-45A9-A160-4B831CAB1A43}"/>
          </ac:spMkLst>
        </pc:spChg>
        <pc:spChg chg="add del">
          <ac:chgData name="Kim, Jae H MAJ" userId="accc2f24-e717-4f65-a7da-a2627220c4b8" providerId="ADAL" clId="{31FD3606-0822-40B5-8CB2-B054D741CC6A}" dt="2022-02-08T19:53:29.222" v="50" actId="26606"/>
          <ac:spMkLst>
            <pc:docMk/>
            <pc:sldMk cId="3859366770" sldId="257"/>
            <ac:spMk id="1032" creationId="{E613F699-B53E-4E9A-B7E8-4979FEF428EA}"/>
          </ac:spMkLst>
        </pc:spChg>
        <pc:spChg chg="add del">
          <ac:chgData name="Kim, Jae H MAJ" userId="accc2f24-e717-4f65-a7da-a2627220c4b8" providerId="ADAL" clId="{31FD3606-0822-40B5-8CB2-B054D741CC6A}" dt="2022-02-08T19:53:35.230" v="52" actId="26606"/>
          <ac:spMkLst>
            <pc:docMk/>
            <pc:sldMk cId="3859366770" sldId="257"/>
            <ac:spMk id="1034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3:35.230" v="52" actId="26606"/>
          <ac:spMkLst>
            <pc:docMk/>
            <pc:sldMk cId="3859366770" sldId="257"/>
            <ac:spMk id="1035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35.885" v="54" actId="26606"/>
          <ac:spMkLst>
            <pc:docMk/>
            <pc:sldMk cId="3859366770" sldId="257"/>
            <ac:spMk id="1038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35.885" v="54" actId="26606"/>
          <ac:spMkLst>
            <pc:docMk/>
            <pc:sldMk cId="3859366770" sldId="257"/>
            <ac:spMk id="1039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35.885" v="54" actId="26606"/>
          <ac:spMkLst>
            <pc:docMk/>
            <pc:sldMk cId="3859366770" sldId="257"/>
            <ac:spMk id="1040" creationId="{F78796AF-79A0-47AC-BEFD-BFFC00F968C4}"/>
          </ac:spMkLst>
        </pc:spChg>
        <pc:spChg chg="add del">
          <ac:chgData name="Kim, Jae H MAJ" userId="accc2f24-e717-4f65-a7da-a2627220c4b8" providerId="ADAL" clId="{31FD3606-0822-40B5-8CB2-B054D741CC6A}" dt="2022-02-08T19:53:40.235" v="56" actId="26606"/>
          <ac:spMkLst>
            <pc:docMk/>
            <pc:sldMk cId="3859366770" sldId="257"/>
            <ac:spMk id="1042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3:40.235" v="56" actId="26606"/>
          <ac:spMkLst>
            <pc:docMk/>
            <pc:sldMk cId="3859366770" sldId="257"/>
            <ac:spMk id="1043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46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47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48" creationId="{F78796AF-79A0-47AC-BEFD-BFFC00F968C4}"/>
          </ac:spMkLst>
        </pc:spChg>
        <pc:spChg chg="ad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50" creationId="{0DE6A193-4755-479A-BC6F-A7EBCA73BE1A}"/>
          </ac:spMkLst>
        </pc:spChg>
        <pc:spChg chg="ad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51" creationId="{B2DC8709-0A70-45A9-A160-4B831CAB1A43}"/>
          </ac:spMkLst>
        </pc:spChg>
        <pc:grpChg chg="add del">
          <ac:chgData name="Kim, Jae H MAJ" userId="accc2f24-e717-4f65-a7da-a2627220c4b8" providerId="ADAL" clId="{31FD3606-0822-40B5-8CB2-B054D741CC6A}" dt="2022-02-08T19:52:47.870" v="40" actId="26606"/>
          <ac:grpSpMkLst>
            <pc:docMk/>
            <pc:sldMk cId="3859366770" sldId="257"/>
            <ac:grpSpMk id="90" creationId="{7F963B07-5C9E-478C-A53E-B6F5B4A78933}"/>
          </ac:grpSpMkLst>
        </pc:grpChg>
        <pc:grpChg chg="add del">
          <ac:chgData name="Kim, Jae H MAJ" userId="accc2f24-e717-4f65-a7da-a2627220c4b8" providerId="ADAL" clId="{31FD3606-0822-40B5-8CB2-B054D741CC6A}" dt="2022-02-08T19:53:26.490" v="48" actId="26606"/>
          <ac:grpSpMkLst>
            <pc:docMk/>
            <pc:sldMk cId="3859366770" sldId="257"/>
            <ac:grpSpMk id="194" creationId="{7F963B07-5C9E-478C-A53E-B6F5B4A78933}"/>
          </ac:grpSpMkLst>
        </pc:grpChg>
        <pc:grpChg chg="add del">
          <ac:chgData name="Kim, Jae H MAJ" userId="accc2f24-e717-4f65-a7da-a2627220c4b8" providerId="ADAL" clId="{31FD3606-0822-40B5-8CB2-B054D741CC6A}" dt="2022-02-08T19:53:35.230" v="52" actId="26606"/>
          <ac:grpSpMkLst>
            <pc:docMk/>
            <pc:sldMk cId="3859366770" sldId="257"/>
            <ac:grpSpMk id="1036" creationId="{7F963B07-5C9E-478C-A53E-B6F5B4A78933}"/>
          </ac:grpSpMkLst>
        </pc:grpChg>
        <pc:grpChg chg="add del">
          <ac:chgData name="Kim, Jae H MAJ" userId="accc2f24-e717-4f65-a7da-a2627220c4b8" providerId="ADAL" clId="{31FD3606-0822-40B5-8CB2-B054D741CC6A}" dt="2022-02-08T19:53:40.235" v="56" actId="26606"/>
          <ac:grpSpMkLst>
            <pc:docMk/>
            <pc:sldMk cId="3859366770" sldId="257"/>
            <ac:grpSpMk id="1044" creationId="{7F963B07-5C9E-478C-A53E-B6F5B4A78933}"/>
          </ac:grpSpMkLst>
        </pc:grpChg>
        <pc:picChg chg="add del mod ord">
          <ac:chgData name="Kim, Jae H MAJ" userId="accc2f24-e717-4f65-a7da-a2627220c4b8" providerId="ADAL" clId="{31FD3606-0822-40B5-8CB2-B054D741CC6A}" dt="2022-02-08T19:53:01.453" v="43" actId="478"/>
          <ac:picMkLst>
            <pc:docMk/>
            <pc:sldMk cId="3859366770" sldId="257"/>
            <ac:picMk id="4" creationId="{74A0C986-CA45-4EDE-ABB0-C8E2B404965C}"/>
          </ac:picMkLst>
        </pc:picChg>
        <pc:picChg chg="del">
          <ac:chgData name="Kim, Jae H MAJ" userId="accc2f24-e717-4f65-a7da-a2627220c4b8" providerId="ADAL" clId="{31FD3606-0822-40B5-8CB2-B054D741CC6A}" dt="2022-02-08T19:52:27.318" v="33" actId="478"/>
          <ac:picMkLst>
            <pc:docMk/>
            <pc:sldMk cId="3859366770" sldId="257"/>
            <ac:picMk id="1026" creationId="{8F4DED5E-81B6-4B52-96FD-DD293BFA7F13}"/>
          </ac:picMkLst>
        </pc:picChg>
        <pc:picChg chg="add mod ord">
          <ac:chgData name="Kim, Jae H MAJ" userId="accc2f24-e717-4f65-a7da-a2627220c4b8" providerId="ADAL" clId="{31FD3606-0822-40B5-8CB2-B054D741CC6A}" dt="2022-02-08T19:54:16.263" v="62" actId="1076"/>
          <ac:picMkLst>
            <pc:docMk/>
            <pc:sldMk cId="3859366770" sldId="257"/>
            <ac:picMk id="1028" creationId="{174004AB-B1E6-47F5-A9A3-EAE0F77EB805}"/>
          </ac:picMkLst>
        </pc:picChg>
      </pc:sldChg>
      <pc:sldChg chg="modSp mod">
        <pc:chgData name="Kim, Jae H MAJ" userId="accc2f24-e717-4f65-a7da-a2627220c4b8" providerId="ADAL" clId="{31FD3606-0822-40B5-8CB2-B054D741CC6A}" dt="2022-02-08T19:51:49.128" v="32" actId="20577"/>
        <pc:sldMkLst>
          <pc:docMk/>
          <pc:sldMk cId="289278416" sldId="258"/>
        </pc:sldMkLst>
        <pc:spChg chg="mod">
          <ac:chgData name="Kim, Jae H MAJ" userId="accc2f24-e717-4f65-a7da-a2627220c4b8" providerId="ADAL" clId="{31FD3606-0822-40B5-8CB2-B054D741CC6A}" dt="2022-02-08T19:51:49.128" v="32" actId="20577"/>
          <ac:spMkLst>
            <pc:docMk/>
            <pc:sldMk cId="289278416" sldId="258"/>
            <ac:spMk id="7" creationId="{55661805-6A49-403C-979A-6A19F94C7216}"/>
          </ac:spMkLst>
        </pc:spChg>
      </pc:sldChg>
      <pc:sldChg chg="modSp mod">
        <pc:chgData name="Kim, Jae H MAJ" userId="accc2f24-e717-4f65-a7da-a2627220c4b8" providerId="ADAL" clId="{31FD3606-0822-40B5-8CB2-B054D741CC6A}" dt="2022-02-08T19:51:12.276" v="19"/>
        <pc:sldMkLst>
          <pc:docMk/>
          <pc:sldMk cId="2891860099" sldId="259"/>
        </pc:sldMkLst>
        <pc:spChg chg="mod">
          <ac:chgData name="Kim, Jae H MAJ" userId="accc2f24-e717-4f65-a7da-a2627220c4b8" providerId="ADAL" clId="{31FD3606-0822-40B5-8CB2-B054D741CC6A}" dt="2022-02-08T19:51:12.276" v="19"/>
          <ac:spMkLst>
            <pc:docMk/>
            <pc:sldMk cId="2891860099" sldId="259"/>
            <ac:spMk id="7" creationId="{55661805-6A49-403C-979A-6A19F94C7216}"/>
          </ac:spMkLst>
        </pc:spChg>
      </pc:sldChg>
    </pc:docChg>
  </pc:docChgLst>
  <pc:docChgLst>
    <pc:chgData name="Kim, Jae H MAJ" userId="accc2f24-e717-4f65-a7da-a2627220c4b8" providerId="ADAL" clId="{2EE2B89E-326C-4EB5-8AB6-27726603F992}"/>
    <pc:docChg chg="undo custSel modSld">
      <pc:chgData name="Kim, Jae H MAJ" userId="accc2f24-e717-4f65-a7da-a2627220c4b8" providerId="ADAL" clId="{2EE2B89E-326C-4EB5-8AB6-27726603F992}" dt="2022-02-08T20:00:47.905" v="46" actId="26606"/>
      <pc:docMkLst>
        <pc:docMk/>
      </pc:docMkLst>
      <pc:sldChg chg="addSp delSp modSp mod setBg setClrOvrMap">
        <pc:chgData name="Kim, Jae H MAJ" userId="accc2f24-e717-4f65-a7da-a2627220c4b8" providerId="ADAL" clId="{2EE2B89E-326C-4EB5-8AB6-27726603F992}" dt="2022-02-08T20:00:47.905" v="46" actId="26606"/>
        <pc:sldMkLst>
          <pc:docMk/>
          <pc:sldMk cId="3859366770" sldId="257"/>
        </pc:sldMkLst>
        <pc:spChg chg="mod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2" creationId="{6CD4C77A-7A0A-7941-A1CA-5F95F3A2BFB4}"/>
          </ac:spMkLst>
        </pc:spChg>
        <pc:spChg chg="mod">
          <ac:chgData name="Kim, Jae H MAJ" userId="accc2f24-e717-4f65-a7da-a2627220c4b8" providerId="ADAL" clId="{2EE2B89E-326C-4EB5-8AB6-27726603F992}" dt="2022-02-08T20:00:47.901" v="45" actId="26606"/>
          <ac:spMkLst>
            <pc:docMk/>
            <pc:sldMk cId="3859366770" sldId="257"/>
            <ac:spMk id="3" creationId="{C2245AB1-302F-7A4B-8D2D-E7EBE77A3307}"/>
          </ac:spMkLst>
        </pc:spChg>
        <pc:spChg chg="add del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97" creationId="{E613F699-B53E-4E9A-B7E8-4979FEF428EA}"/>
          </ac:spMkLst>
        </pc:spChg>
        <pc:spChg chg="add del">
          <ac:chgData name="Kim, Jae H MAJ" userId="accc2f24-e717-4f65-a7da-a2627220c4b8" providerId="ADAL" clId="{2EE2B89E-326C-4EB5-8AB6-27726603F992}" dt="2022-02-08T19:59:43.136" v="27" actId="26606"/>
          <ac:spMkLst>
            <pc:docMk/>
            <pc:sldMk cId="3859366770" sldId="257"/>
            <ac:spMk id="160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19:59:43.136" v="27" actId="26606"/>
          <ac:spMkLst>
            <pc:docMk/>
            <pc:sldMk cId="3859366770" sldId="257"/>
            <ac:spMk id="162" creationId="{5A55B759-31A7-423C-9BC2-A8BC09FE98B9}"/>
          </ac:spMkLst>
        </pc:spChg>
        <pc:spChg chg="add del">
          <ac:chgData name="Kim, Jae H MAJ" userId="accc2f24-e717-4f65-a7da-a2627220c4b8" providerId="ADAL" clId="{2EE2B89E-326C-4EB5-8AB6-27726603F992}" dt="2022-02-08T19:59:43.136" v="27" actId="26606"/>
          <ac:spMkLst>
            <pc:docMk/>
            <pc:sldMk cId="3859366770" sldId="257"/>
            <ac:spMk id="164" creationId="{F78796AF-79A0-47AC-BEFD-BFFC00F968C4}"/>
          </ac:spMkLst>
        </pc:spChg>
        <pc:spChg chg="add del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1050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1051" creationId="{B2DC8709-0A70-45A9-A160-4B831CAB1A43}"/>
          </ac:spMkLst>
        </pc:spChg>
        <pc:spChg chg="add del">
          <ac:chgData name="Kim, Jae H MAJ" userId="accc2f24-e717-4f65-a7da-a2627220c4b8" providerId="ADAL" clId="{2EE2B89E-326C-4EB5-8AB6-27726603F992}" dt="2022-02-08T19:59:48.439" v="29" actId="26606"/>
          <ac:spMkLst>
            <pc:docMk/>
            <pc:sldMk cId="3859366770" sldId="257"/>
            <ac:spMk id="1053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19:59:48.439" v="29" actId="26606"/>
          <ac:spMkLst>
            <pc:docMk/>
            <pc:sldMk cId="3859366770" sldId="257"/>
            <ac:spMk id="1054" creationId="{AB8B8498-A488-40AF-99EB-F622ED9AD6B8}"/>
          </ac:spMkLst>
        </pc:spChg>
        <pc:spChg chg="add del">
          <ac:chgData name="Kim, Jae H MAJ" userId="accc2f24-e717-4f65-a7da-a2627220c4b8" providerId="ADAL" clId="{2EE2B89E-326C-4EB5-8AB6-27726603F992}" dt="2022-02-08T19:59:48.439" v="29" actId="26606"/>
          <ac:spMkLst>
            <pc:docMk/>
            <pc:sldMk cId="3859366770" sldId="257"/>
            <ac:spMk id="1055" creationId="{2F033D07-FE42-4E5C-A00A-FFE1D42C0FFD}"/>
          </ac:spMkLst>
        </pc:spChg>
        <pc:spChg chg="add del">
          <ac:chgData name="Kim, Jae H MAJ" userId="accc2f24-e717-4f65-a7da-a2627220c4b8" providerId="ADAL" clId="{2EE2B89E-326C-4EB5-8AB6-27726603F992}" dt="2022-02-08T19:59:49.777" v="31" actId="26606"/>
          <ac:spMkLst>
            <pc:docMk/>
            <pc:sldMk cId="3859366770" sldId="257"/>
            <ac:spMk id="1057" creationId="{06DA9DF9-31F7-4056-B42E-878CC92417B8}"/>
          </ac:spMkLst>
        </pc:spChg>
        <pc:spChg chg="add del">
          <ac:chgData name="Kim, Jae H MAJ" userId="accc2f24-e717-4f65-a7da-a2627220c4b8" providerId="ADAL" clId="{2EE2B89E-326C-4EB5-8AB6-27726603F992}" dt="2022-02-08T20:00:16.645" v="33" actId="26606"/>
          <ac:spMkLst>
            <pc:docMk/>
            <pc:sldMk cId="3859366770" sldId="257"/>
            <ac:spMk id="1059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16.645" v="33" actId="26606"/>
          <ac:spMkLst>
            <pc:docMk/>
            <pc:sldMk cId="3859366770" sldId="257"/>
            <ac:spMk id="1060" creationId="{AB8B8498-A488-40AF-99EB-F622ED9AD6B8}"/>
          </ac:spMkLst>
        </pc:spChg>
        <pc:spChg chg="add del">
          <ac:chgData name="Kim, Jae H MAJ" userId="accc2f24-e717-4f65-a7da-a2627220c4b8" providerId="ADAL" clId="{2EE2B89E-326C-4EB5-8AB6-27726603F992}" dt="2022-02-08T20:00:16.645" v="33" actId="26606"/>
          <ac:spMkLst>
            <pc:docMk/>
            <pc:sldMk cId="3859366770" sldId="257"/>
            <ac:spMk id="1061" creationId="{2F033D07-FE42-4E5C-A00A-FFE1D42C0FFD}"/>
          </ac:spMkLst>
        </pc:spChg>
        <pc:spChg chg="add del">
          <ac:chgData name="Kim, Jae H MAJ" userId="accc2f24-e717-4f65-a7da-a2627220c4b8" providerId="ADAL" clId="{2EE2B89E-326C-4EB5-8AB6-27726603F992}" dt="2022-02-08T20:00:18.668" v="35" actId="26606"/>
          <ac:spMkLst>
            <pc:docMk/>
            <pc:sldMk cId="3859366770" sldId="257"/>
            <ac:spMk id="1063" creationId="{E49CC64F-7275-4E33-961B-0C5CDC439875}"/>
          </ac:spMkLst>
        </pc:spChg>
        <pc:spChg chg="add del">
          <ac:chgData name="Kim, Jae H MAJ" userId="accc2f24-e717-4f65-a7da-a2627220c4b8" providerId="ADAL" clId="{2EE2B89E-326C-4EB5-8AB6-27726603F992}" dt="2022-02-08T20:00:22.937" v="37" actId="26606"/>
          <ac:spMkLst>
            <pc:docMk/>
            <pc:sldMk cId="3859366770" sldId="257"/>
            <ac:spMk id="1065" creationId="{31FCDB8A-D986-4857-B933-484A758B357D}"/>
          </ac:spMkLst>
        </pc:spChg>
        <pc:spChg chg="add del">
          <ac:chgData name="Kim, Jae H MAJ" userId="accc2f24-e717-4f65-a7da-a2627220c4b8" providerId="ADAL" clId="{2EE2B89E-326C-4EB5-8AB6-27726603F992}" dt="2022-02-08T20:00:22.937" v="37" actId="26606"/>
          <ac:spMkLst>
            <pc:docMk/>
            <pc:sldMk cId="3859366770" sldId="257"/>
            <ac:spMk id="1066" creationId="{43421B4C-AA27-4F32-AA73-DA587F2729B0}"/>
          </ac:spMkLst>
        </pc:spChg>
        <pc:spChg chg="add del">
          <ac:chgData name="Kim, Jae H MAJ" userId="accc2f24-e717-4f65-a7da-a2627220c4b8" providerId="ADAL" clId="{2EE2B89E-326C-4EB5-8AB6-27726603F992}" dt="2022-02-08T20:00:24.550" v="39" actId="26606"/>
          <ac:spMkLst>
            <pc:docMk/>
            <pc:sldMk cId="3859366770" sldId="257"/>
            <ac:spMk id="1068" creationId="{16F9E488-0718-4E1E-9D12-26779F606252}"/>
          </ac:spMkLst>
        </pc:spChg>
        <pc:spChg chg="add del">
          <ac:chgData name="Kim, Jae H MAJ" userId="accc2f24-e717-4f65-a7da-a2627220c4b8" providerId="ADAL" clId="{2EE2B89E-326C-4EB5-8AB6-27726603F992}" dt="2022-02-08T20:00:24.550" v="39" actId="26606"/>
          <ac:spMkLst>
            <pc:docMk/>
            <pc:sldMk cId="3859366770" sldId="257"/>
            <ac:spMk id="1069" creationId="{09BE6F6B-19BD-443C-8FB0-FA45F13F9535}"/>
          </ac:spMkLst>
        </pc:spChg>
        <pc:spChg chg="add del">
          <ac:chgData name="Kim, Jae H MAJ" userId="accc2f24-e717-4f65-a7da-a2627220c4b8" providerId="ADAL" clId="{2EE2B89E-326C-4EB5-8AB6-27726603F992}" dt="2022-02-08T20:00:41.517" v="41" actId="26606"/>
          <ac:spMkLst>
            <pc:docMk/>
            <pc:sldMk cId="3859366770" sldId="257"/>
            <ac:spMk id="1072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41.517" v="41" actId="26606"/>
          <ac:spMkLst>
            <pc:docMk/>
            <pc:sldMk cId="3859366770" sldId="257"/>
            <ac:spMk id="1073" creationId="{AB8B8498-A488-40AF-99EB-F622ED9AD6B8}"/>
          </ac:spMkLst>
        </pc:spChg>
        <pc:spChg chg="add del">
          <ac:chgData name="Kim, Jae H MAJ" userId="accc2f24-e717-4f65-a7da-a2627220c4b8" providerId="ADAL" clId="{2EE2B89E-326C-4EB5-8AB6-27726603F992}" dt="2022-02-08T20:00:41.517" v="41" actId="26606"/>
          <ac:spMkLst>
            <pc:docMk/>
            <pc:sldMk cId="3859366770" sldId="257"/>
            <ac:spMk id="1074" creationId="{2F033D07-FE42-4E5C-A00A-FFE1D42C0FFD}"/>
          </ac:spMkLst>
        </pc:spChg>
        <pc:spChg chg="add del">
          <ac:chgData name="Kim, Jae H MAJ" userId="accc2f24-e717-4f65-a7da-a2627220c4b8" providerId="ADAL" clId="{2EE2B89E-326C-4EB5-8AB6-27726603F992}" dt="2022-02-08T20:00:45.396" v="43" actId="26606"/>
          <ac:spMkLst>
            <pc:docMk/>
            <pc:sldMk cId="3859366770" sldId="257"/>
            <ac:spMk id="1076" creationId="{605494DE-B078-4D87-BB01-C84320618DAD}"/>
          </ac:spMkLst>
        </pc:spChg>
        <pc:spChg chg="add del">
          <ac:chgData name="Kim, Jae H MAJ" userId="accc2f24-e717-4f65-a7da-a2627220c4b8" providerId="ADAL" clId="{2EE2B89E-326C-4EB5-8AB6-27726603F992}" dt="2022-02-08T20:00:45.396" v="43" actId="26606"/>
          <ac:spMkLst>
            <pc:docMk/>
            <pc:sldMk cId="3859366770" sldId="257"/>
            <ac:spMk id="1077" creationId="{9A0576B0-CD8C-4661-95C8-A9F2CE7CDDB0}"/>
          </ac:spMkLst>
        </pc:spChg>
        <pc:spChg chg="add del">
          <ac:chgData name="Kim, Jae H MAJ" userId="accc2f24-e717-4f65-a7da-a2627220c4b8" providerId="ADAL" clId="{2EE2B89E-326C-4EB5-8AB6-27726603F992}" dt="2022-02-08T20:00:45.396" v="43" actId="26606"/>
          <ac:spMkLst>
            <pc:docMk/>
            <pc:sldMk cId="3859366770" sldId="257"/>
            <ac:spMk id="1078" creationId="{3FF60E2B-3919-423C-B1FF-56CDE6681165}"/>
          </ac:spMkLst>
        </pc:spChg>
        <pc:spChg chg="add del">
          <ac:chgData name="Kim, Jae H MAJ" userId="accc2f24-e717-4f65-a7da-a2627220c4b8" providerId="ADAL" clId="{2EE2B89E-326C-4EB5-8AB6-27726603F992}" dt="2022-02-08T20:00:47.901" v="45" actId="26606"/>
          <ac:spMkLst>
            <pc:docMk/>
            <pc:sldMk cId="3859366770" sldId="257"/>
            <ac:spMk id="1080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47.901" v="45" actId="26606"/>
          <ac:spMkLst>
            <pc:docMk/>
            <pc:sldMk cId="3859366770" sldId="257"/>
            <ac:spMk id="1081" creationId="{5A55B759-31A7-423C-9BC2-A8BC09FE98B9}"/>
          </ac:spMkLst>
        </pc:spChg>
        <pc:spChg chg="add del">
          <ac:chgData name="Kim, Jae H MAJ" userId="accc2f24-e717-4f65-a7da-a2627220c4b8" providerId="ADAL" clId="{2EE2B89E-326C-4EB5-8AB6-27726603F992}" dt="2022-02-08T20:00:47.901" v="45" actId="26606"/>
          <ac:spMkLst>
            <pc:docMk/>
            <pc:sldMk cId="3859366770" sldId="257"/>
            <ac:spMk id="1082" creationId="{F78796AF-79A0-47AC-BEFD-BFFC00F968C4}"/>
          </ac:spMkLst>
        </pc:spChg>
        <pc:spChg chg="add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1084" creationId="{0DE6A193-4755-479A-BC6F-A7EBCA73BE1A}"/>
          </ac:spMkLst>
        </pc:spChg>
        <pc:spChg chg="add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1085" creationId="{B2DC8709-0A70-45A9-A160-4B831CAB1A43}"/>
          </ac:spMkLst>
        </pc:spChg>
        <pc:spChg chg="add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1086" creationId="{E613F699-B53E-4E9A-B7E8-4979FEF428EA}"/>
          </ac:spMkLst>
        </pc:spChg>
        <pc:grpChg chg="add del">
          <ac:chgData name="Kim, Jae H MAJ" userId="accc2f24-e717-4f65-a7da-a2627220c4b8" providerId="ADAL" clId="{2EE2B89E-326C-4EB5-8AB6-27726603F992}" dt="2022-02-08T20:00:24.550" v="39" actId="26606"/>
          <ac:grpSpMkLst>
            <pc:docMk/>
            <pc:sldMk cId="3859366770" sldId="257"/>
            <ac:grpSpMk id="1070" creationId="{C0E9D773-7FEB-49A7-9CC0-76B8FC89560C}"/>
          </ac:grpSpMkLst>
        </pc:grpChg>
        <pc:picChg chg="add mod ord">
          <ac:chgData name="Kim, Jae H MAJ" userId="accc2f24-e717-4f65-a7da-a2627220c4b8" providerId="ADAL" clId="{2EE2B89E-326C-4EB5-8AB6-27726603F992}" dt="2022-02-08T20:00:47.905" v="46" actId="26606"/>
          <ac:picMkLst>
            <pc:docMk/>
            <pc:sldMk cId="3859366770" sldId="257"/>
            <ac:picMk id="1026" creationId="{8F4CDB16-FC94-4A78-BD16-588899F8D835}"/>
          </ac:picMkLst>
        </pc:picChg>
        <pc:picChg chg="del">
          <ac:chgData name="Kim, Jae H MAJ" userId="accc2f24-e717-4f65-a7da-a2627220c4b8" providerId="ADAL" clId="{2EE2B89E-326C-4EB5-8AB6-27726603F992}" dt="2022-02-08T19:59:29.094" v="24" actId="478"/>
          <ac:picMkLst>
            <pc:docMk/>
            <pc:sldMk cId="3859366770" sldId="257"/>
            <ac:picMk id="1028" creationId="{174004AB-B1E6-47F5-A9A3-EAE0F77EB805}"/>
          </ac:picMkLst>
        </pc:picChg>
      </pc:sldChg>
      <pc:sldChg chg="modSp mod">
        <pc:chgData name="Kim, Jae H MAJ" userId="accc2f24-e717-4f65-a7da-a2627220c4b8" providerId="ADAL" clId="{2EE2B89E-326C-4EB5-8AB6-27726603F992}" dt="2022-02-08T19:56:30.813" v="0"/>
        <pc:sldMkLst>
          <pc:docMk/>
          <pc:sldMk cId="289278416" sldId="258"/>
        </pc:sldMkLst>
        <pc:spChg chg="mod">
          <ac:chgData name="Kim, Jae H MAJ" userId="accc2f24-e717-4f65-a7da-a2627220c4b8" providerId="ADAL" clId="{2EE2B89E-326C-4EB5-8AB6-27726603F992}" dt="2022-02-08T19:56:30.813" v="0"/>
          <ac:spMkLst>
            <pc:docMk/>
            <pc:sldMk cId="289278416" sldId="258"/>
            <ac:spMk id="7" creationId="{55661805-6A49-403C-979A-6A19F94C7216}"/>
          </ac:spMkLst>
        </pc:spChg>
      </pc:sldChg>
      <pc:sldChg chg="modSp mod">
        <pc:chgData name="Kim, Jae H MAJ" userId="accc2f24-e717-4f65-a7da-a2627220c4b8" providerId="ADAL" clId="{2EE2B89E-326C-4EB5-8AB6-27726603F992}" dt="2022-02-08T19:57:21.782" v="16"/>
        <pc:sldMkLst>
          <pc:docMk/>
          <pc:sldMk cId="2891860099" sldId="259"/>
        </pc:sldMkLst>
        <pc:spChg chg="mod">
          <ac:chgData name="Kim, Jae H MAJ" userId="accc2f24-e717-4f65-a7da-a2627220c4b8" providerId="ADAL" clId="{2EE2B89E-326C-4EB5-8AB6-27726603F992}" dt="2022-02-08T19:57:21.782" v="16"/>
          <ac:spMkLst>
            <pc:docMk/>
            <pc:sldMk cId="2891860099" sldId="259"/>
            <ac:spMk id="7" creationId="{55661805-6A49-403C-979A-6A19F94C72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FDDAD-99D8-482D-8027-83224C6EE839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9F6E0-A6CA-4BC8-9801-879F269E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7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28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04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2/8/2022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Rectangle 159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4CDB16-FC94-4A78-BD16-588899F8D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42919" y="747714"/>
            <a:ext cx="4539644" cy="523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5" name="Freeform: Shape 161">
            <a:extLst>
              <a:ext uri="{FF2B5EF4-FFF2-40B4-BE49-F238E27FC236}">
                <a16:creationId xmlns:a16="http://schemas.microsoft.com/office/drawing/2014/main" id="{B2DC8709-0A70-45A9-A160-4B831CAB1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78"/>
            <a:ext cx="6820929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6" name="Freeform: Shape 163">
            <a:extLst>
              <a:ext uri="{FF2B5EF4-FFF2-40B4-BE49-F238E27FC236}">
                <a16:creationId xmlns:a16="http://schemas.microsoft.com/office/drawing/2014/main" id="{E613F699-B53E-4E9A-B7E8-4979FEF42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78"/>
            <a:ext cx="6012496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041648"/>
            <a:ext cx="3877056" cy="2176272"/>
          </a:xfrm>
        </p:spPr>
        <p:txBody>
          <a:bodyPr anchor="t">
            <a:normAutofit/>
          </a:bodyPr>
          <a:lstStyle/>
          <a:p>
            <a:pPr algn="l"/>
            <a:r>
              <a:rPr lang="en-US" sz="5400">
                <a:latin typeface="Roboto" panose="02000000000000000000" pitchFamily="2" charset="0"/>
                <a:ea typeface="Roboto" panose="02000000000000000000" pitchFamily="2" charset="0"/>
              </a:rPr>
              <a:t>Lesson 19: </a:t>
            </a:r>
            <a:r>
              <a:rPr lang="en-US" sz="5400"/>
              <a:t>dplyr</a:t>
            </a:r>
            <a:endParaRPr lang="en-US" sz="5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2752344"/>
            <a:ext cx="3209544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pPr algn="l"/>
            <a:r>
              <a:rPr lang="en-US" sz="1700">
                <a:latin typeface="Roboto" panose="02000000000000000000" pitchFamily="2" charset="0"/>
                <a:ea typeface="Roboto" panose="02000000000000000000" pitchFamily="2" charset="0"/>
              </a:rPr>
              <a:t>MAJ Jae Kim DSE- Instructor</a:t>
            </a:r>
          </a:p>
        </p:txBody>
      </p:sp>
    </p:spTree>
    <p:extLst>
      <p:ext uri="{BB962C8B-B14F-4D97-AF65-F5344CB8AC3E}">
        <p14:creationId xmlns:p14="http://schemas.microsoft.com/office/powerpoint/2010/main" val="3859366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19: </a:t>
            </a:r>
            <a:r>
              <a:rPr lang="en-US" sz="3600" dirty="0" err="1"/>
              <a:t>dplyr</a:t>
            </a:r>
            <a:endParaRPr lang="en-US" sz="3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1. Transform data using the </a:t>
            </a:r>
            <a:r>
              <a:rPr lang="en-US" sz="3200" dirty="0" err="1"/>
              <a:t>dplyr</a:t>
            </a:r>
            <a:r>
              <a:rPr lang="en-US" sz="3200" dirty="0"/>
              <a:t> package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Understand and apply six basic </a:t>
            </a:r>
            <a:r>
              <a:rPr lang="en-US" sz="3200" dirty="0" err="1"/>
              <a:t>dplyr</a:t>
            </a:r>
            <a:r>
              <a:rPr lang="en-US" sz="3200" dirty="0"/>
              <a:t> functions to manipulate data (filter/arrange/select/mutate/summarize/grouping)</a:t>
            </a:r>
          </a:p>
          <a:p>
            <a:endParaRPr lang="en-US" sz="32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278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19: Relational data I: Keys and Joins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1. Identify the keys in a dataset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Join two datasets together using a unique identifier (key)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3. </a:t>
            </a:r>
            <a:r>
              <a:rPr lang="en-US" sz="3200"/>
              <a:t>Understand and apply mutating and filtering joins</a:t>
            </a: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186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99</Words>
  <Application>Microsoft Office PowerPoint</Application>
  <PresentationFormat>Widescreen</PresentationFormat>
  <Paragraphs>20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19: dplyr</vt:lpstr>
      <vt:lpstr>Today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12: Control Structures II</dc:title>
  <dc:creator>MacGibbon, James E CPT</dc:creator>
  <cp:lastModifiedBy>Kim, Jae H MAJ</cp:lastModifiedBy>
  <cp:revision>2</cp:revision>
  <dcterms:created xsi:type="dcterms:W3CDTF">2022-02-03T16:03:15Z</dcterms:created>
  <dcterms:modified xsi:type="dcterms:W3CDTF">2022-02-08T20:00:48Z</dcterms:modified>
</cp:coreProperties>
</file>