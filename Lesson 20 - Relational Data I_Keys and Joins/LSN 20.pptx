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57" r:id="rId2"/>
    <p:sldId id="258" r:id="rId3"/>
    <p:sldId id="259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EE2B89E-326C-4EB5-8AB6-27726603F992}" v="4" dt="2022-02-08T20:07:51.772"/>
    <p1510:client id="{31FD3606-0822-40B5-8CB2-B054D741CC6A}" v="10" dt="2022-02-08T19:54:16.264"/>
    <p1510:client id="{4598748E-D2C3-4E79-93F6-42D4A5E28473}" v="1" dt="2022-02-08T19:46:47.59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138" y="13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notesMaster" Target="notesMasters/notesMaster1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im, Jae H MAJ" userId="accc2f24-e717-4f65-a7da-a2627220c4b8" providerId="ADAL" clId="{8E74E99B-B546-47B8-A0D9-0306BC1ADAA6}"/>
    <pc:docChg chg="modSld">
      <pc:chgData name="Kim, Jae H MAJ" userId="accc2f24-e717-4f65-a7da-a2627220c4b8" providerId="ADAL" clId="{8E74E99B-B546-47B8-A0D9-0306BC1ADAA6}" dt="2022-02-08T20:13:19.716" v="12" actId="20577"/>
      <pc:docMkLst>
        <pc:docMk/>
      </pc:docMkLst>
      <pc:sldChg chg="modSp mod">
        <pc:chgData name="Kim, Jae H MAJ" userId="accc2f24-e717-4f65-a7da-a2627220c4b8" providerId="ADAL" clId="{8E74E99B-B546-47B8-A0D9-0306BC1ADAA6}" dt="2022-02-08T20:12:50.718" v="1" actId="20577"/>
        <pc:sldMkLst>
          <pc:docMk/>
          <pc:sldMk cId="289278416" sldId="258"/>
        </pc:sldMkLst>
        <pc:spChg chg="mod">
          <ac:chgData name="Kim, Jae H MAJ" userId="accc2f24-e717-4f65-a7da-a2627220c4b8" providerId="ADAL" clId="{8E74E99B-B546-47B8-A0D9-0306BC1ADAA6}" dt="2022-02-08T20:12:50.718" v="1" actId="20577"/>
          <ac:spMkLst>
            <pc:docMk/>
            <pc:sldMk cId="289278416" sldId="258"/>
            <ac:spMk id="7" creationId="{55661805-6A49-403C-979A-6A19F94C7216}"/>
          </ac:spMkLst>
        </pc:spChg>
      </pc:sldChg>
      <pc:sldChg chg="modSp mod">
        <pc:chgData name="Kim, Jae H MAJ" userId="accc2f24-e717-4f65-a7da-a2627220c4b8" providerId="ADAL" clId="{8E74E99B-B546-47B8-A0D9-0306BC1ADAA6}" dt="2022-02-08T20:13:19.716" v="12" actId="20577"/>
        <pc:sldMkLst>
          <pc:docMk/>
          <pc:sldMk cId="2891860099" sldId="259"/>
        </pc:sldMkLst>
        <pc:spChg chg="mod">
          <ac:chgData name="Kim, Jae H MAJ" userId="accc2f24-e717-4f65-a7da-a2627220c4b8" providerId="ADAL" clId="{8E74E99B-B546-47B8-A0D9-0306BC1ADAA6}" dt="2022-02-08T20:13:19.716" v="12" actId="20577"/>
          <ac:spMkLst>
            <pc:docMk/>
            <pc:sldMk cId="2891860099" sldId="259"/>
            <ac:spMk id="7" creationId="{55661805-6A49-403C-979A-6A19F94C7216}"/>
          </ac:spMkLst>
        </pc:spChg>
      </pc:sldChg>
    </pc:docChg>
  </pc:docChgLst>
  <pc:docChgLst>
    <pc:chgData name="Kim, Jae H MAJ" userId="accc2f24-e717-4f65-a7da-a2627220c4b8" providerId="ADAL" clId="{31FD3606-0822-40B5-8CB2-B054D741CC6A}"/>
    <pc:docChg chg="undo custSel modSld">
      <pc:chgData name="Kim, Jae H MAJ" userId="accc2f24-e717-4f65-a7da-a2627220c4b8" providerId="ADAL" clId="{31FD3606-0822-40B5-8CB2-B054D741CC6A}" dt="2022-02-08T19:54:16.263" v="62" actId="1076"/>
      <pc:docMkLst>
        <pc:docMk/>
      </pc:docMkLst>
      <pc:sldChg chg="addSp delSp modSp mod setClrOvrMap">
        <pc:chgData name="Kim, Jae H MAJ" userId="accc2f24-e717-4f65-a7da-a2627220c4b8" providerId="ADAL" clId="{31FD3606-0822-40B5-8CB2-B054D741CC6A}" dt="2022-02-08T19:54:16.263" v="62" actId="1076"/>
        <pc:sldMkLst>
          <pc:docMk/>
          <pc:sldMk cId="3859366770" sldId="257"/>
        </pc:sldMkLst>
        <pc:spChg chg="mod">
          <ac:chgData name="Kim, Jae H MAJ" userId="accc2f24-e717-4f65-a7da-a2627220c4b8" providerId="ADAL" clId="{31FD3606-0822-40B5-8CB2-B054D741CC6A}" dt="2022-02-08T19:53:50.394" v="59" actId="26606"/>
          <ac:spMkLst>
            <pc:docMk/>
            <pc:sldMk cId="3859366770" sldId="257"/>
            <ac:spMk id="2" creationId="{6CD4C77A-7A0A-7941-A1CA-5F95F3A2BFB4}"/>
          </ac:spMkLst>
        </pc:spChg>
        <pc:spChg chg="mod">
          <ac:chgData name="Kim, Jae H MAJ" userId="accc2f24-e717-4f65-a7da-a2627220c4b8" providerId="ADAL" clId="{31FD3606-0822-40B5-8CB2-B054D741CC6A}" dt="2022-02-08T19:53:50.394" v="59" actId="26606"/>
          <ac:spMkLst>
            <pc:docMk/>
            <pc:sldMk cId="3859366770" sldId="257"/>
            <ac:spMk id="3" creationId="{C2245AB1-302F-7A4B-8D2D-E7EBE77A3307}"/>
          </ac:spMkLst>
        </pc:spChg>
        <pc:spChg chg="add del">
          <ac:chgData name="Kim, Jae H MAJ" userId="accc2f24-e717-4f65-a7da-a2627220c4b8" providerId="ADAL" clId="{31FD3606-0822-40B5-8CB2-B054D741CC6A}" dt="2022-02-08T19:52:47.875" v="41" actId="26606"/>
          <ac:spMkLst>
            <pc:docMk/>
            <pc:sldMk cId="3859366770" sldId="257"/>
            <ac:spMk id="71" creationId="{605494DE-B078-4D87-BB01-C84320618DAD}"/>
          </ac:spMkLst>
        </pc:spChg>
        <pc:spChg chg="add del">
          <ac:chgData name="Kim, Jae H MAJ" userId="accc2f24-e717-4f65-a7da-a2627220c4b8" providerId="ADAL" clId="{31FD3606-0822-40B5-8CB2-B054D741CC6A}" dt="2022-02-08T19:52:47.875" v="41" actId="26606"/>
          <ac:spMkLst>
            <pc:docMk/>
            <pc:sldMk cId="3859366770" sldId="257"/>
            <ac:spMk id="73" creationId="{9A0576B0-CD8C-4661-95C8-A9F2CE7CDDB0}"/>
          </ac:spMkLst>
        </pc:spChg>
        <pc:spChg chg="add del">
          <ac:chgData name="Kim, Jae H MAJ" userId="accc2f24-e717-4f65-a7da-a2627220c4b8" providerId="ADAL" clId="{31FD3606-0822-40B5-8CB2-B054D741CC6A}" dt="2022-02-08T19:52:47.875" v="41" actId="26606"/>
          <ac:spMkLst>
            <pc:docMk/>
            <pc:sldMk cId="3859366770" sldId="257"/>
            <ac:spMk id="75" creationId="{3FF60E2B-3919-423C-B1FF-56CDE6681165}"/>
          </ac:spMkLst>
        </pc:spChg>
        <pc:spChg chg="add del">
          <ac:chgData name="Kim, Jae H MAJ" userId="accc2f24-e717-4f65-a7da-a2627220c4b8" providerId="ADAL" clId="{31FD3606-0822-40B5-8CB2-B054D741CC6A}" dt="2022-02-08T19:52:43.937" v="36" actId="26606"/>
          <ac:spMkLst>
            <pc:docMk/>
            <pc:sldMk cId="3859366770" sldId="257"/>
            <ac:spMk id="80" creationId="{0DE6A193-4755-479A-BC6F-A7EBCA73BE1A}"/>
          </ac:spMkLst>
        </pc:spChg>
        <pc:spChg chg="add del">
          <ac:chgData name="Kim, Jae H MAJ" userId="accc2f24-e717-4f65-a7da-a2627220c4b8" providerId="ADAL" clId="{31FD3606-0822-40B5-8CB2-B054D741CC6A}" dt="2022-02-08T19:52:43.937" v="36" actId="26606"/>
          <ac:spMkLst>
            <pc:docMk/>
            <pc:sldMk cId="3859366770" sldId="257"/>
            <ac:spMk id="82" creationId="{5A55B759-31A7-423C-9BC2-A8BC09FE98B9}"/>
          </ac:spMkLst>
        </pc:spChg>
        <pc:spChg chg="add del">
          <ac:chgData name="Kim, Jae H MAJ" userId="accc2f24-e717-4f65-a7da-a2627220c4b8" providerId="ADAL" clId="{31FD3606-0822-40B5-8CB2-B054D741CC6A}" dt="2022-02-08T19:52:43.937" v="36" actId="26606"/>
          <ac:spMkLst>
            <pc:docMk/>
            <pc:sldMk cId="3859366770" sldId="257"/>
            <ac:spMk id="84" creationId="{F78796AF-79A0-47AC-BEFD-BFFC00F968C4}"/>
          </ac:spMkLst>
        </pc:spChg>
        <pc:spChg chg="add del">
          <ac:chgData name="Kim, Jae H MAJ" userId="accc2f24-e717-4f65-a7da-a2627220c4b8" providerId="ADAL" clId="{31FD3606-0822-40B5-8CB2-B054D741CC6A}" dt="2022-02-08T19:52:46.281" v="38" actId="26606"/>
          <ac:spMkLst>
            <pc:docMk/>
            <pc:sldMk cId="3859366770" sldId="257"/>
            <ac:spMk id="86" creationId="{7CA0DAA6-33B8-4A25-810D-2F4D816FB40E}"/>
          </ac:spMkLst>
        </pc:spChg>
        <pc:spChg chg="add del">
          <ac:chgData name="Kim, Jae H MAJ" userId="accc2f24-e717-4f65-a7da-a2627220c4b8" providerId="ADAL" clId="{31FD3606-0822-40B5-8CB2-B054D741CC6A}" dt="2022-02-08T19:52:47.870" v="40" actId="26606"/>
          <ac:spMkLst>
            <pc:docMk/>
            <pc:sldMk cId="3859366770" sldId="257"/>
            <ac:spMk id="88" creationId="{16F9E488-0718-4E1E-9D12-26779F606252}"/>
          </ac:spMkLst>
        </pc:spChg>
        <pc:spChg chg="add del">
          <ac:chgData name="Kim, Jae H MAJ" userId="accc2f24-e717-4f65-a7da-a2627220c4b8" providerId="ADAL" clId="{31FD3606-0822-40B5-8CB2-B054D741CC6A}" dt="2022-02-08T19:52:47.870" v="40" actId="26606"/>
          <ac:spMkLst>
            <pc:docMk/>
            <pc:sldMk cId="3859366770" sldId="257"/>
            <ac:spMk id="89" creationId="{CE708407-D01D-4E57-8998-FF799DBC3788}"/>
          </ac:spMkLst>
        </pc:spChg>
        <pc:spChg chg="add del">
          <ac:chgData name="Kim, Jae H MAJ" userId="accc2f24-e717-4f65-a7da-a2627220c4b8" providerId="ADAL" clId="{31FD3606-0822-40B5-8CB2-B054D741CC6A}" dt="2022-02-08T19:53:09.820" v="45" actId="26606"/>
          <ac:spMkLst>
            <pc:docMk/>
            <pc:sldMk cId="3859366770" sldId="257"/>
            <ac:spMk id="93" creationId="{0DE6A193-4755-479A-BC6F-A7EBCA73BE1A}"/>
          </ac:spMkLst>
        </pc:spChg>
        <pc:spChg chg="add del">
          <ac:chgData name="Kim, Jae H MAJ" userId="accc2f24-e717-4f65-a7da-a2627220c4b8" providerId="ADAL" clId="{31FD3606-0822-40B5-8CB2-B054D741CC6A}" dt="2022-02-08T19:53:09.820" v="45" actId="26606"/>
          <ac:spMkLst>
            <pc:docMk/>
            <pc:sldMk cId="3859366770" sldId="257"/>
            <ac:spMk id="94" creationId="{5A55B759-31A7-423C-9BC2-A8BC09FE98B9}"/>
          </ac:spMkLst>
        </pc:spChg>
        <pc:spChg chg="add del">
          <ac:chgData name="Kim, Jae H MAJ" userId="accc2f24-e717-4f65-a7da-a2627220c4b8" providerId="ADAL" clId="{31FD3606-0822-40B5-8CB2-B054D741CC6A}" dt="2022-02-08T19:53:09.820" v="45" actId="26606"/>
          <ac:spMkLst>
            <pc:docMk/>
            <pc:sldMk cId="3859366770" sldId="257"/>
            <ac:spMk id="95" creationId="{F78796AF-79A0-47AC-BEFD-BFFC00F968C4}"/>
          </ac:spMkLst>
        </pc:spChg>
        <pc:spChg chg="add">
          <ac:chgData name="Kim, Jae H MAJ" userId="accc2f24-e717-4f65-a7da-a2627220c4b8" providerId="ADAL" clId="{31FD3606-0822-40B5-8CB2-B054D741CC6A}" dt="2022-02-08T19:53:50.394" v="59" actId="26606"/>
          <ac:spMkLst>
            <pc:docMk/>
            <pc:sldMk cId="3859366770" sldId="257"/>
            <ac:spMk id="97" creationId="{E613F699-B53E-4E9A-B7E8-4979FEF428EA}"/>
          </ac:spMkLst>
        </pc:spChg>
        <pc:spChg chg="add del">
          <ac:chgData name="Kim, Jae H MAJ" userId="accc2f24-e717-4f65-a7da-a2627220c4b8" providerId="ADAL" clId="{31FD3606-0822-40B5-8CB2-B054D741CC6A}" dt="2022-02-08T19:53:40.238" v="57" actId="26606"/>
          <ac:spMkLst>
            <pc:docMk/>
            <pc:sldMk cId="3859366770" sldId="257"/>
            <ac:spMk id="137" creationId="{0DE6A193-4755-479A-BC6F-A7EBCA73BE1A}"/>
          </ac:spMkLst>
        </pc:spChg>
        <pc:spChg chg="add del">
          <ac:chgData name="Kim, Jae H MAJ" userId="accc2f24-e717-4f65-a7da-a2627220c4b8" providerId="ADAL" clId="{31FD3606-0822-40B5-8CB2-B054D741CC6A}" dt="2022-02-08T19:53:40.238" v="57" actId="26606"/>
          <ac:spMkLst>
            <pc:docMk/>
            <pc:sldMk cId="3859366770" sldId="257"/>
            <ac:spMk id="139" creationId="{5A55B759-31A7-423C-9BC2-A8BC09FE98B9}"/>
          </ac:spMkLst>
        </pc:spChg>
        <pc:spChg chg="add del">
          <ac:chgData name="Kim, Jae H MAJ" userId="accc2f24-e717-4f65-a7da-a2627220c4b8" providerId="ADAL" clId="{31FD3606-0822-40B5-8CB2-B054D741CC6A}" dt="2022-02-08T19:53:40.238" v="57" actId="26606"/>
          <ac:spMkLst>
            <pc:docMk/>
            <pc:sldMk cId="3859366770" sldId="257"/>
            <ac:spMk id="141" creationId="{F78796AF-79A0-47AC-BEFD-BFFC00F968C4}"/>
          </ac:spMkLst>
        </pc:spChg>
        <pc:spChg chg="add del">
          <ac:chgData name="Kim, Jae H MAJ" userId="accc2f24-e717-4f65-a7da-a2627220c4b8" providerId="ADAL" clId="{31FD3606-0822-40B5-8CB2-B054D741CC6A}" dt="2022-02-08T19:53:26.490" v="48" actId="26606"/>
          <ac:spMkLst>
            <pc:docMk/>
            <pc:sldMk cId="3859366770" sldId="257"/>
            <ac:spMk id="192" creationId="{16F9E488-0718-4E1E-9D12-26779F606252}"/>
          </ac:spMkLst>
        </pc:spChg>
        <pc:spChg chg="add del">
          <ac:chgData name="Kim, Jae H MAJ" userId="accc2f24-e717-4f65-a7da-a2627220c4b8" providerId="ADAL" clId="{31FD3606-0822-40B5-8CB2-B054D741CC6A}" dt="2022-02-08T19:53:26.490" v="48" actId="26606"/>
          <ac:spMkLst>
            <pc:docMk/>
            <pc:sldMk cId="3859366770" sldId="257"/>
            <ac:spMk id="193" creationId="{CE708407-D01D-4E57-8998-FF799DBC3788}"/>
          </ac:spMkLst>
        </pc:spChg>
        <pc:spChg chg="add del">
          <ac:chgData name="Kim, Jae H MAJ" userId="accc2f24-e717-4f65-a7da-a2627220c4b8" providerId="ADAL" clId="{31FD3606-0822-40B5-8CB2-B054D741CC6A}" dt="2022-02-08T19:53:29.222" v="50" actId="26606"/>
          <ac:spMkLst>
            <pc:docMk/>
            <pc:sldMk cId="3859366770" sldId="257"/>
            <ac:spMk id="1030" creationId="{0DE6A193-4755-479A-BC6F-A7EBCA73BE1A}"/>
          </ac:spMkLst>
        </pc:spChg>
        <pc:spChg chg="add del">
          <ac:chgData name="Kim, Jae H MAJ" userId="accc2f24-e717-4f65-a7da-a2627220c4b8" providerId="ADAL" clId="{31FD3606-0822-40B5-8CB2-B054D741CC6A}" dt="2022-02-08T19:53:29.222" v="50" actId="26606"/>
          <ac:spMkLst>
            <pc:docMk/>
            <pc:sldMk cId="3859366770" sldId="257"/>
            <ac:spMk id="1031" creationId="{B2DC8709-0A70-45A9-A160-4B831CAB1A43}"/>
          </ac:spMkLst>
        </pc:spChg>
        <pc:spChg chg="add del">
          <ac:chgData name="Kim, Jae H MAJ" userId="accc2f24-e717-4f65-a7da-a2627220c4b8" providerId="ADAL" clId="{31FD3606-0822-40B5-8CB2-B054D741CC6A}" dt="2022-02-08T19:53:29.222" v="50" actId="26606"/>
          <ac:spMkLst>
            <pc:docMk/>
            <pc:sldMk cId="3859366770" sldId="257"/>
            <ac:spMk id="1032" creationId="{E613F699-B53E-4E9A-B7E8-4979FEF428EA}"/>
          </ac:spMkLst>
        </pc:spChg>
        <pc:spChg chg="add del">
          <ac:chgData name="Kim, Jae H MAJ" userId="accc2f24-e717-4f65-a7da-a2627220c4b8" providerId="ADAL" clId="{31FD3606-0822-40B5-8CB2-B054D741CC6A}" dt="2022-02-08T19:53:35.230" v="52" actId="26606"/>
          <ac:spMkLst>
            <pc:docMk/>
            <pc:sldMk cId="3859366770" sldId="257"/>
            <ac:spMk id="1034" creationId="{16F9E488-0718-4E1E-9D12-26779F606252}"/>
          </ac:spMkLst>
        </pc:spChg>
        <pc:spChg chg="add del">
          <ac:chgData name="Kim, Jae H MAJ" userId="accc2f24-e717-4f65-a7da-a2627220c4b8" providerId="ADAL" clId="{31FD3606-0822-40B5-8CB2-B054D741CC6A}" dt="2022-02-08T19:53:35.230" v="52" actId="26606"/>
          <ac:spMkLst>
            <pc:docMk/>
            <pc:sldMk cId="3859366770" sldId="257"/>
            <ac:spMk id="1035" creationId="{CE708407-D01D-4E57-8998-FF799DBC3788}"/>
          </ac:spMkLst>
        </pc:spChg>
        <pc:spChg chg="add del">
          <ac:chgData name="Kim, Jae H MAJ" userId="accc2f24-e717-4f65-a7da-a2627220c4b8" providerId="ADAL" clId="{31FD3606-0822-40B5-8CB2-B054D741CC6A}" dt="2022-02-08T19:53:35.885" v="54" actId="26606"/>
          <ac:spMkLst>
            <pc:docMk/>
            <pc:sldMk cId="3859366770" sldId="257"/>
            <ac:spMk id="1038" creationId="{0DE6A193-4755-479A-BC6F-A7EBCA73BE1A}"/>
          </ac:spMkLst>
        </pc:spChg>
        <pc:spChg chg="add del">
          <ac:chgData name="Kim, Jae H MAJ" userId="accc2f24-e717-4f65-a7da-a2627220c4b8" providerId="ADAL" clId="{31FD3606-0822-40B5-8CB2-B054D741CC6A}" dt="2022-02-08T19:53:35.885" v="54" actId="26606"/>
          <ac:spMkLst>
            <pc:docMk/>
            <pc:sldMk cId="3859366770" sldId="257"/>
            <ac:spMk id="1039" creationId="{5A55B759-31A7-423C-9BC2-A8BC09FE98B9}"/>
          </ac:spMkLst>
        </pc:spChg>
        <pc:spChg chg="add del">
          <ac:chgData name="Kim, Jae H MAJ" userId="accc2f24-e717-4f65-a7da-a2627220c4b8" providerId="ADAL" clId="{31FD3606-0822-40B5-8CB2-B054D741CC6A}" dt="2022-02-08T19:53:35.885" v="54" actId="26606"/>
          <ac:spMkLst>
            <pc:docMk/>
            <pc:sldMk cId="3859366770" sldId="257"/>
            <ac:spMk id="1040" creationId="{F78796AF-79A0-47AC-BEFD-BFFC00F968C4}"/>
          </ac:spMkLst>
        </pc:spChg>
        <pc:spChg chg="add del">
          <ac:chgData name="Kim, Jae H MAJ" userId="accc2f24-e717-4f65-a7da-a2627220c4b8" providerId="ADAL" clId="{31FD3606-0822-40B5-8CB2-B054D741CC6A}" dt="2022-02-08T19:53:40.235" v="56" actId="26606"/>
          <ac:spMkLst>
            <pc:docMk/>
            <pc:sldMk cId="3859366770" sldId="257"/>
            <ac:spMk id="1042" creationId="{16F9E488-0718-4E1E-9D12-26779F606252}"/>
          </ac:spMkLst>
        </pc:spChg>
        <pc:spChg chg="add del">
          <ac:chgData name="Kim, Jae H MAJ" userId="accc2f24-e717-4f65-a7da-a2627220c4b8" providerId="ADAL" clId="{31FD3606-0822-40B5-8CB2-B054D741CC6A}" dt="2022-02-08T19:53:40.235" v="56" actId="26606"/>
          <ac:spMkLst>
            <pc:docMk/>
            <pc:sldMk cId="3859366770" sldId="257"/>
            <ac:spMk id="1043" creationId="{CE708407-D01D-4E57-8998-FF799DBC3788}"/>
          </ac:spMkLst>
        </pc:spChg>
        <pc:spChg chg="add del">
          <ac:chgData name="Kim, Jae H MAJ" userId="accc2f24-e717-4f65-a7da-a2627220c4b8" providerId="ADAL" clId="{31FD3606-0822-40B5-8CB2-B054D741CC6A}" dt="2022-02-08T19:53:50.394" v="59" actId="26606"/>
          <ac:spMkLst>
            <pc:docMk/>
            <pc:sldMk cId="3859366770" sldId="257"/>
            <ac:spMk id="1046" creationId="{0DE6A193-4755-479A-BC6F-A7EBCA73BE1A}"/>
          </ac:spMkLst>
        </pc:spChg>
        <pc:spChg chg="add del">
          <ac:chgData name="Kim, Jae H MAJ" userId="accc2f24-e717-4f65-a7da-a2627220c4b8" providerId="ADAL" clId="{31FD3606-0822-40B5-8CB2-B054D741CC6A}" dt="2022-02-08T19:53:50.394" v="59" actId="26606"/>
          <ac:spMkLst>
            <pc:docMk/>
            <pc:sldMk cId="3859366770" sldId="257"/>
            <ac:spMk id="1047" creationId="{5A55B759-31A7-423C-9BC2-A8BC09FE98B9}"/>
          </ac:spMkLst>
        </pc:spChg>
        <pc:spChg chg="add del">
          <ac:chgData name="Kim, Jae H MAJ" userId="accc2f24-e717-4f65-a7da-a2627220c4b8" providerId="ADAL" clId="{31FD3606-0822-40B5-8CB2-B054D741CC6A}" dt="2022-02-08T19:53:50.394" v="59" actId="26606"/>
          <ac:spMkLst>
            <pc:docMk/>
            <pc:sldMk cId="3859366770" sldId="257"/>
            <ac:spMk id="1048" creationId="{F78796AF-79A0-47AC-BEFD-BFFC00F968C4}"/>
          </ac:spMkLst>
        </pc:spChg>
        <pc:spChg chg="add">
          <ac:chgData name="Kim, Jae H MAJ" userId="accc2f24-e717-4f65-a7da-a2627220c4b8" providerId="ADAL" clId="{31FD3606-0822-40B5-8CB2-B054D741CC6A}" dt="2022-02-08T19:53:50.394" v="59" actId="26606"/>
          <ac:spMkLst>
            <pc:docMk/>
            <pc:sldMk cId="3859366770" sldId="257"/>
            <ac:spMk id="1050" creationId="{0DE6A193-4755-479A-BC6F-A7EBCA73BE1A}"/>
          </ac:spMkLst>
        </pc:spChg>
        <pc:spChg chg="add">
          <ac:chgData name="Kim, Jae H MAJ" userId="accc2f24-e717-4f65-a7da-a2627220c4b8" providerId="ADAL" clId="{31FD3606-0822-40B5-8CB2-B054D741CC6A}" dt="2022-02-08T19:53:50.394" v="59" actId="26606"/>
          <ac:spMkLst>
            <pc:docMk/>
            <pc:sldMk cId="3859366770" sldId="257"/>
            <ac:spMk id="1051" creationId="{B2DC8709-0A70-45A9-A160-4B831CAB1A43}"/>
          </ac:spMkLst>
        </pc:spChg>
        <pc:grpChg chg="add del">
          <ac:chgData name="Kim, Jae H MAJ" userId="accc2f24-e717-4f65-a7da-a2627220c4b8" providerId="ADAL" clId="{31FD3606-0822-40B5-8CB2-B054D741CC6A}" dt="2022-02-08T19:52:47.870" v="40" actId="26606"/>
          <ac:grpSpMkLst>
            <pc:docMk/>
            <pc:sldMk cId="3859366770" sldId="257"/>
            <ac:grpSpMk id="90" creationId="{7F963B07-5C9E-478C-A53E-B6F5B4A78933}"/>
          </ac:grpSpMkLst>
        </pc:grpChg>
        <pc:grpChg chg="add del">
          <ac:chgData name="Kim, Jae H MAJ" userId="accc2f24-e717-4f65-a7da-a2627220c4b8" providerId="ADAL" clId="{31FD3606-0822-40B5-8CB2-B054D741CC6A}" dt="2022-02-08T19:53:26.490" v="48" actId="26606"/>
          <ac:grpSpMkLst>
            <pc:docMk/>
            <pc:sldMk cId="3859366770" sldId="257"/>
            <ac:grpSpMk id="194" creationId="{7F963B07-5C9E-478C-A53E-B6F5B4A78933}"/>
          </ac:grpSpMkLst>
        </pc:grpChg>
        <pc:grpChg chg="add del">
          <ac:chgData name="Kim, Jae H MAJ" userId="accc2f24-e717-4f65-a7da-a2627220c4b8" providerId="ADAL" clId="{31FD3606-0822-40B5-8CB2-B054D741CC6A}" dt="2022-02-08T19:53:35.230" v="52" actId="26606"/>
          <ac:grpSpMkLst>
            <pc:docMk/>
            <pc:sldMk cId="3859366770" sldId="257"/>
            <ac:grpSpMk id="1036" creationId="{7F963B07-5C9E-478C-A53E-B6F5B4A78933}"/>
          </ac:grpSpMkLst>
        </pc:grpChg>
        <pc:grpChg chg="add del">
          <ac:chgData name="Kim, Jae H MAJ" userId="accc2f24-e717-4f65-a7da-a2627220c4b8" providerId="ADAL" clId="{31FD3606-0822-40B5-8CB2-B054D741CC6A}" dt="2022-02-08T19:53:40.235" v="56" actId="26606"/>
          <ac:grpSpMkLst>
            <pc:docMk/>
            <pc:sldMk cId="3859366770" sldId="257"/>
            <ac:grpSpMk id="1044" creationId="{7F963B07-5C9E-478C-A53E-B6F5B4A78933}"/>
          </ac:grpSpMkLst>
        </pc:grpChg>
        <pc:picChg chg="add del mod ord">
          <ac:chgData name="Kim, Jae H MAJ" userId="accc2f24-e717-4f65-a7da-a2627220c4b8" providerId="ADAL" clId="{31FD3606-0822-40B5-8CB2-B054D741CC6A}" dt="2022-02-08T19:53:01.453" v="43" actId="478"/>
          <ac:picMkLst>
            <pc:docMk/>
            <pc:sldMk cId="3859366770" sldId="257"/>
            <ac:picMk id="4" creationId="{74A0C986-CA45-4EDE-ABB0-C8E2B404965C}"/>
          </ac:picMkLst>
        </pc:picChg>
        <pc:picChg chg="del">
          <ac:chgData name="Kim, Jae H MAJ" userId="accc2f24-e717-4f65-a7da-a2627220c4b8" providerId="ADAL" clId="{31FD3606-0822-40B5-8CB2-B054D741CC6A}" dt="2022-02-08T19:52:27.318" v="33" actId="478"/>
          <ac:picMkLst>
            <pc:docMk/>
            <pc:sldMk cId="3859366770" sldId="257"/>
            <ac:picMk id="1026" creationId="{8F4DED5E-81B6-4B52-96FD-DD293BFA7F13}"/>
          </ac:picMkLst>
        </pc:picChg>
        <pc:picChg chg="add mod ord">
          <ac:chgData name="Kim, Jae H MAJ" userId="accc2f24-e717-4f65-a7da-a2627220c4b8" providerId="ADAL" clId="{31FD3606-0822-40B5-8CB2-B054D741CC6A}" dt="2022-02-08T19:54:16.263" v="62" actId="1076"/>
          <ac:picMkLst>
            <pc:docMk/>
            <pc:sldMk cId="3859366770" sldId="257"/>
            <ac:picMk id="1028" creationId="{174004AB-B1E6-47F5-A9A3-EAE0F77EB805}"/>
          </ac:picMkLst>
        </pc:picChg>
      </pc:sldChg>
      <pc:sldChg chg="modSp mod">
        <pc:chgData name="Kim, Jae H MAJ" userId="accc2f24-e717-4f65-a7da-a2627220c4b8" providerId="ADAL" clId="{31FD3606-0822-40B5-8CB2-B054D741CC6A}" dt="2022-02-08T19:51:49.128" v="32" actId="20577"/>
        <pc:sldMkLst>
          <pc:docMk/>
          <pc:sldMk cId="289278416" sldId="258"/>
        </pc:sldMkLst>
        <pc:spChg chg="mod">
          <ac:chgData name="Kim, Jae H MAJ" userId="accc2f24-e717-4f65-a7da-a2627220c4b8" providerId="ADAL" clId="{31FD3606-0822-40B5-8CB2-B054D741CC6A}" dt="2022-02-08T19:51:49.128" v="32" actId="20577"/>
          <ac:spMkLst>
            <pc:docMk/>
            <pc:sldMk cId="289278416" sldId="258"/>
            <ac:spMk id="7" creationId="{55661805-6A49-403C-979A-6A19F94C7216}"/>
          </ac:spMkLst>
        </pc:spChg>
      </pc:sldChg>
      <pc:sldChg chg="modSp mod">
        <pc:chgData name="Kim, Jae H MAJ" userId="accc2f24-e717-4f65-a7da-a2627220c4b8" providerId="ADAL" clId="{31FD3606-0822-40B5-8CB2-B054D741CC6A}" dt="2022-02-08T19:51:12.276" v="19"/>
        <pc:sldMkLst>
          <pc:docMk/>
          <pc:sldMk cId="2891860099" sldId="259"/>
        </pc:sldMkLst>
        <pc:spChg chg="mod">
          <ac:chgData name="Kim, Jae H MAJ" userId="accc2f24-e717-4f65-a7da-a2627220c4b8" providerId="ADAL" clId="{31FD3606-0822-40B5-8CB2-B054D741CC6A}" dt="2022-02-08T19:51:12.276" v="19"/>
          <ac:spMkLst>
            <pc:docMk/>
            <pc:sldMk cId="2891860099" sldId="259"/>
            <ac:spMk id="7" creationId="{55661805-6A49-403C-979A-6A19F94C7216}"/>
          </ac:spMkLst>
        </pc:spChg>
      </pc:sldChg>
    </pc:docChg>
  </pc:docChgLst>
  <pc:docChgLst>
    <pc:chgData name="Kim, Jae H MAJ" userId="accc2f24-e717-4f65-a7da-a2627220c4b8" providerId="ADAL" clId="{2EE2B89E-326C-4EB5-8AB6-27726603F992}"/>
    <pc:docChg chg="undo custSel modSld">
      <pc:chgData name="Kim, Jae H MAJ" userId="accc2f24-e717-4f65-a7da-a2627220c4b8" providerId="ADAL" clId="{2EE2B89E-326C-4EB5-8AB6-27726603F992}" dt="2022-02-08T20:10:32.170" v="59" actId="20577"/>
      <pc:docMkLst>
        <pc:docMk/>
      </pc:docMkLst>
      <pc:sldChg chg="addSp delSp modSp mod setBg setClrOvrMap">
        <pc:chgData name="Kim, Jae H MAJ" userId="accc2f24-e717-4f65-a7da-a2627220c4b8" providerId="ADAL" clId="{2EE2B89E-326C-4EB5-8AB6-27726603F992}" dt="2022-02-08T20:08:06.677" v="55" actId="26606"/>
        <pc:sldMkLst>
          <pc:docMk/>
          <pc:sldMk cId="3859366770" sldId="257"/>
        </pc:sldMkLst>
        <pc:spChg chg="mod">
          <ac:chgData name="Kim, Jae H MAJ" userId="accc2f24-e717-4f65-a7da-a2627220c4b8" providerId="ADAL" clId="{2EE2B89E-326C-4EB5-8AB6-27726603F992}" dt="2022-02-08T20:08:06.677" v="55" actId="26606"/>
          <ac:spMkLst>
            <pc:docMk/>
            <pc:sldMk cId="3859366770" sldId="257"/>
            <ac:spMk id="2" creationId="{6CD4C77A-7A0A-7941-A1CA-5F95F3A2BFB4}"/>
          </ac:spMkLst>
        </pc:spChg>
        <pc:spChg chg="mod">
          <ac:chgData name="Kim, Jae H MAJ" userId="accc2f24-e717-4f65-a7da-a2627220c4b8" providerId="ADAL" clId="{2EE2B89E-326C-4EB5-8AB6-27726603F992}" dt="2022-02-08T20:08:06.677" v="55" actId="26606"/>
          <ac:spMkLst>
            <pc:docMk/>
            <pc:sldMk cId="3859366770" sldId="257"/>
            <ac:spMk id="3" creationId="{C2245AB1-302F-7A4B-8D2D-E7EBE77A3307}"/>
          </ac:spMkLst>
        </pc:spChg>
        <pc:spChg chg="add del">
          <ac:chgData name="Kim, Jae H MAJ" userId="accc2f24-e717-4f65-a7da-a2627220c4b8" providerId="ADAL" clId="{2EE2B89E-326C-4EB5-8AB6-27726603F992}" dt="2022-02-08T20:00:47.905" v="46" actId="26606"/>
          <ac:spMkLst>
            <pc:docMk/>
            <pc:sldMk cId="3859366770" sldId="257"/>
            <ac:spMk id="97" creationId="{E613F699-B53E-4E9A-B7E8-4979FEF428EA}"/>
          </ac:spMkLst>
        </pc:spChg>
        <pc:spChg chg="add">
          <ac:chgData name="Kim, Jae H MAJ" userId="accc2f24-e717-4f65-a7da-a2627220c4b8" providerId="ADAL" clId="{2EE2B89E-326C-4EB5-8AB6-27726603F992}" dt="2022-02-08T20:08:06.677" v="55" actId="26606"/>
          <ac:spMkLst>
            <pc:docMk/>
            <pc:sldMk cId="3859366770" sldId="257"/>
            <ac:spMk id="131" creationId="{7CA0DAA6-33B8-4A25-810D-2F4D816FB40E}"/>
          </ac:spMkLst>
        </pc:spChg>
        <pc:spChg chg="add del">
          <ac:chgData name="Kim, Jae H MAJ" userId="accc2f24-e717-4f65-a7da-a2627220c4b8" providerId="ADAL" clId="{2EE2B89E-326C-4EB5-8AB6-27726603F992}" dt="2022-02-08T19:59:43.136" v="27" actId="26606"/>
          <ac:spMkLst>
            <pc:docMk/>
            <pc:sldMk cId="3859366770" sldId="257"/>
            <ac:spMk id="160" creationId="{0DE6A193-4755-479A-BC6F-A7EBCA73BE1A}"/>
          </ac:spMkLst>
        </pc:spChg>
        <pc:spChg chg="add del">
          <ac:chgData name="Kim, Jae H MAJ" userId="accc2f24-e717-4f65-a7da-a2627220c4b8" providerId="ADAL" clId="{2EE2B89E-326C-4EB5-8AB6-27726603F992}" dt="2022-02-08T19:59:43.136" v="27" actId="26606"/>
          <ac:spMkLst>
            <pc:docMk/>
            <pc:sldMk cId="3859366770" sldId="257"/>
            <ac:spMk id="162" creationId="{5A55B759-31A7-423C-9BC2-A8BC09FE98B9}"/>
          </ac:spMkLst>
        </pc:spChg>
        <pc:spChg chg="add del">
          <ac:chgData name="Kim, Jae H MAJ" userId="accc2f24-e717-4f65-a7da-a2627220c4b8" providerId="ADAL" clId="{2EE2B89E-326C-4EB5-8AB6-27726603F992}" dt="2022-02-08T19:59:43.136" v="27" actId="26606"/>
          <ac:spMkLst>
            <pc:docMk/>
            <pc:sldMk cId="3859366770" sldId="257"/>
            <ac:spMk id="164" creationId="{F78796AF-79A0-47AC-BEFD-BFFC00F968C4}"/>
          </ac:spMkLst>
        </pc:spChg>
        <pc:spChg chg="add del">
          <ac:chgData name="Kim, Jae H MAJ" userId="accc2f24-e717-4f65-a7da-a2627220c4b8" providerId="ADAL" clId="{2EE2B89E-326C-4EB5-8AB6-27726603F992}" dt="2022-02-08T20:00:47.905" v="46" actId="26606"/>
          <ac:spMkLst>
            <pc:docMk/>
            <pc:sldMk cId="3859366770" sldId="257"/>
            <ac:spMk id="1050" creationId="{0DE6A193-4755-479A-BC6F-A7EBCA73BE1A}"/>
          </ac:spMkLst>
        </pc:spChg>
        <pc:spChg chg="add del">
          <ac:chgData name="Kim, Jae H MAJ" userId="accc2f24-e717-4f65-a7da-a2627220c4b8" providerId="ADAL" clId="{2EE2B89E-326C-4EB5-8AB6-27726603F992}" dt="2022-02-08T20:00:47.905" v="46" actId="26606"/>
          <ac:spMkLst>
            <pc:docMk/>
            <pc:sldMk cId="3859366770" sldId="257"/>
            <ac:spMk id="1051" creationId="{B2DC8709-0A70-45A9-A160-4B831CAB1A43}"/>
          </ac:spMkLst>
        </pc:spChg>
        <pc:spChg chg="add del">
          <ac:chgData name="Kim, Jae H MAJ" userId="accc2f24-e717-4f65-a7da-a2627220c4b8" providerId="ADAL" clId="{2EE2B89E-326C-4EB5-8AB6-27726603F992}" dt="2022-02-08T19:59:48.439" v="29" actId="26606"/>
          <ac:spMkLst>
            <pc:docMk/>
            <pc:sldMk cId="3859366770" sldId="257"/>
            <ac:spMk id="1053" creationId="{0DE6A193-4755-479A-BC6F-A7EBCA73BE1A}"/>
          </ac:spMkLst>
        </pc:spChg>
        <pc:spChg chg="add del">
          <ac:chgData name="Kim, Jae H MAJ" userId="accc2f24-e717-4f65-a7da-a2627220c4b8" providerId="ADAL" clId="{2EE2B89E-326C-4EB5-8AB6-27726603F992}" dt="2022-02-08T19:59:48.439" v="29" actId="26606"/>
          <ac:spMkLst>
            <pc:docMk/>
            <pc:sldMk cId="3859366770" sldId="257"/>
            <ac:spMk id="1054" creationId="{AB8B8498-A488-40AF-99EB-F622ED9AD6B8}"/>
          </ac:spMkLst>
        </pc:spChg>
        <pc:spChg chg="add del">
          <ac:chgData name="Kim, Jae H MAJ" userId="accc2f24-e717-4f65-a7da-a2627220c4b8" providerId="ADAL" clId="{2EE2B89E-326C-4EB5-8AB6-27726603F992}" dt="2022-02-08T19:59:48.439" v="29" actId="26606"/>
          <ac:spMkLst>
            <pc:docMk/>
            <pc:sldMk cId="3859366770" sldId="257"/>
            <ac:spMk id="1055" creationId="{2F033D07-FE42-4E5C-A00A-FFE1D42C0FFD}"/>
          </ac:spMkLst>
        </pc:spChg>
        <pc:spChg chg="add del">
          <ac:chgData name="Kim, Jae H MAJ" userId="accc2f24-e717-4f65-a7da-a2627220c4b8" providerId="ADAL" clId="{2EE2B89E-326C-4EB5-8AB6-27726603F992}" dt="2022-02-08T19:59:49.777" v="31" actId="26606"/>
          <ac:spMkLst>
            <pc:docMk/>
            <pc:sldMk cId="3859366770" sldId="257"/>
            <ac:spMk id="1057" creationId="{06DA9DF9-31F7-4056-B42E-878CC92417B8}"/>
          </ac:spMkLst>
        </pc:spChg>
        <pc:spChg chg="add del">
          <ac:chgData name="Kim, Jae H MAJ" userId="accc2f24-e717-4f65-a7da-a2627220c4b8" providerId="ADAL" clId="{2EE2B89E-326C-4EB5-8AB6-27726603F992}" dt="2022-02-08T20:00:16.645" v="33" actId="26606"/>
          <ac:spMkLst>
            <pc:docMk/>
            <pc:sldMk cId="3859366770" sldId="257"/>
            <ac:spMk id="1059" creationId="{0DE6A193-4755-479A-BC6F-A7EBCA73BE1A}"/>
          </ac:spMkLst>
        </pc:spChg>
        <pc:spChg chg="add del">
          <ac:chgData name="Kim, Jae H MAJ" userId="accc2f24-e717-4f65-a7da-a2627220c4b8" providerId="ADAL" clId="{2EE2B89E-326C-4EB5-8AB6-27726603F992}" dt="2022-02-08T20:00:16.645" v="33" actId="26606"/>
          <ac:spMkLst>
            <pc:docMk/>
            <pc:sldMk cId="3859366770" sldId="257"/>
            <ac:spMk id="1060" creationId="{AB8B8498-A488-40AF-99EB-F622ED9AD6B8}"/>
          </ac:spMkLst>
        </pc:spChg>
        <pc:spChg chg="add del">
          <ac:chgData name="Kim, Jae H MAJ" userId="accc2f24-e717-4f65-a7da-a2627220c4b8" providerId="ADAL" clId="{2EE2B89E-326C-4EB5-8AB6-27726603F992}" dt="2022-02-08T20:00:16.645" v="33" actId="26606"/>
          <ac:spMkLst>
            <pc:docMk/>
            <pc:sldMk cId="3859366770" sldId="257"/>
            <ac:spMk id="1061" creationId="{2F033D07-FE42-4E5C-A00A-FFE1D42C0FFD}"/>
          </ac:spMkLst>
        </pc:spChg>
        <pc:spChg chg="add del">
          <ac:chgData name="Kim, Jae H MAJ" userId="accc2f24-e717-4f65-a7da-a2627220c4b8" providerId="ADAL" clId="{2EE2B89E-326C-4EB5-8AB6-27726603F992}" dt="2022-02-08T20:00:18.668" v="35" actId="26606"/>
          <ac:spMkLst>
            <pc:docMk/>
            <pc:sldMk cId="3859366770" sldId="257"/>
            <ac:spMk id="1063" creationId="{E49CC64F-7275-4E33-961B-0C5CDC439875}"/>
          </ac:spMkLst>
        </pc:spChg>
        <pc:spChg chg="add del">
          <ac:chgData name="Kim, Jae H MAJ" userId="accc2f24-e717-4f65-a7da-a2627220c4b8" providerId="ADAL" clId="{2EE2B89E-326C-4EB5-8AB6-27726603F992}" dt="2022-02-08T20:00:22.937" v="37" actId="26606"/>
          <ac:spMkLst>
            <pc:docMk/>
            <pc:sldMk cId="3859366770" sldId="257"/>
            <ac:spMk id="1065" creationId="{31FCDB8A-D986-4857-B933-484A758B357D}"/>
          </ac:spMkLst>
        </pc:spChg>
        <pc:spChg chg="add del">
          <ac:chgData name="Kim, Jae H MAJ" userId="accc2f24-e717-4f65-a7da-a2627220c4b8" providerId="ADAL" clId="{2EE2B89E-326C-4EB5-8AB6-27726603F992}" dt="2022-02-08T20:00:22.937" v="37" actId="26606"/>
          <ac:spMkLst>
            <pc:docMk/>
            <pc:sldMk cId="3859366770" sldId="257"/>
            <ac:spMk id="1066" creationId="{43421B4C-AA27-4F32-AA73-DA587F2729B0}"/>
          </ac:spMkLst>
        </pc:spChg>
        <pc:spChg chg="add del">
          <ac:chgData name="Kim, Jae H MAJ" userId="accc2f24-e717-4f65-a7da-a2627220c4b8" providerId="ADAL" clId="{2EE2B89E-326C-4EB5-8AB6-27726603F992}" dt="2022-02-08T20:00:24.550" v="39" actId="26606"/>
          <ac:spMkLst>
            <pc:docMk/>
            <pc:sldMk cId="3859366770" sldId="257"/>
            <ac:spMk id="1068" creationId="{16F9E488-0718-4E1E-9D12-26779F606252}"/>
          </ac:spMkLst>
        </pc:spChg>
        <pc:spChg chg="add del">
          <ac:chgData name="Kim, Jae H MAJ" userId="accc2f24-e717-4f65-a7da-a2627220c4b8" providerId="ADAL" clId="{2EE2B89E-326C-4EB5-8AB6-27726603F992}" dt="2022-02-08T20:00:24.550" v="39" actId="26606"/>
          <ac:spMkLst>
            <pc:docMk/>
            <pc:sldMk cId="3859366770" sldId="257"/>
            <ac:spMk id="1069" creationId="{09BE6F6B-19BD-443C-8FB0-FA45F13F9535}"/>
          </ac:spMkLst>
        </pc:spChg>
        <pc:spChg chg="add del">
          <ac:chgData name="Kim, Jae H MAJ" userId="accc2f24-e717-4f65-a7da-a2627220c4b8" providerId="ADAL" clId="{2EE2B89E-326C-4EB5-8AB6-27726603F992}" dt="2022-02-08T20:00:41.517" v="41" actId="26606"/>
          <ac:spMkLst>
            <pc:docMk/>
            <pc:sldMk cId="3859366770" sldId="257"/>
            <ac:spMk id="1072" creationId="{0DE6A193-4755-479A-BC6F-A7EBCA73BE1A}"/>
          </ac:spMkLst>
        </pc:spChg>
        <pc:spChg chg="add del">
          <ac:chgData name="Kim, Jae H MAJ" userId="accc2f24-e717-4f65-a7da-a2627220c4b8" providerId="ADAL" clId="{2EE2B89E-326C-4EB5-8AB6-27726603F992}" dt="2022-02-08T20:00:41.517" v="41" actId="26606"/>
          <ac:spMkLst>
            <pc:docMk/>
            <pc:sldMk cId="3859366770" sldId="257"/>
            <ac:spMk id="1073" creationId="{AB8B8498-A488-40AF-99EB-F622ED9AD6B8}"/>
          </ac:spMkLst>
        </pc:spChg>
        <pc:spChg chg="add del">
          <ac:chgData name="Kim, Jae H MAJ" userId="accc2f24-e717-4f65-a7da-a2627220c4b8" providerId="ADAL" clId="{2EE2B89E-326C-4EB5-8AB6-27726603F992}" dt="2022-02-08T20:00:41.517" v="41" actId="26606"/>
          <ac:spMkLst>
            <pc:docMk/>
            <pc:sldMk cId="3859366770" sldId="257"/>
            <ac:spMk id="1074" creationId="{2F033D07-FE42-4E5C-A00A-FFE1D42C0FFD}"/>
          </ac:spMkLst>
        </pc:spChg>
        <pc:spChg chg="add del">
          <ac:chgData name="Kim, Jae H MAJ" userId="accc2f24-e717-4f65-a7da-a2627220c4b8" providerId="ADAL" clId="{2EE2B89E-326C-4EB5-8AB6-27726603F992}" dt="2022-02-08T20:00:45.396" v="43" actId="26606"/>
          <ac:spMkLst>
            <pc:docMk/>
            <pc:sldMk cId="3859366770" sldId="257"/>
            <ac:spMk id="1076" creationId="{605494DE-B078-4D87-BB01-C84320618DAD}"/>
          </ac:spMkLst>
        </pc:spChg>
        <pc:spChg chg="add del">
          <ac:chgData name="Kim, Jae H MAJ" userId="accc2f24-e717-4f65-a7da-a2627220c4b8" providerId="ADAL" clId="{2EE2B89E-326C-4EB5-8AB6-27726603F992}" dt="2022-02-08T20:00:45.396" v="43" actId="26606"/>
          <ac:spMkLst>
            <pc:docMk/>
            <pc:sldMk cId="3859366770" sldId="257"/>
            <ac:spMk id="1077" creationId="{9A0576B0-CD8C-4661-95C8-A9F2CE7CDDB0}"/>
          </ac:spMkLst>
        </pc:spChg>
        <pc:spChg chg="add del">
          <ac:chgData name="Kim, Jae H MAJ" userId="accc2f24-e717-4f65-a7da-a2627220c4b8" providerId="ADAL" clId="{2EE2B89E-326C-4EB5-8AB6-27726603F992}" dt="2022-02-08T20:00:45.396" v="43" actId="26606"/>
          <ac:spMkLst>
            <pc:docMk/>
            <pc:sldMk cId="3859366770" sldId="257"/>
            <ac:spMk id="1078" creationId="{3FF60E2B-3919-423C-B1FF-56CDE6681165}"/>
          </ac:spMkLst>
        </pc:spChg>
        <pc:spChg chg="add del">
          <ac:chgData name="Kim, Jae H MAJ" userId="accc2f24-e717-4f65-a7da-a2627220c4b8" providerId="ADAL" clId="{2EE2B89E-326C-4EB5-8AB6-27726603F992}" dt="2022-02-08T20:00:47.901" v="45" actId="26606"/>
          <ac:spMkLst>
            <pc:docMk/>
            <pc:sldMk cId="3859366770" sldId="257"/>
            <ac:spMk id="1080" creationId="{0DE6A193-4755-479A-BC6F-A7EBCA73BE1A}"/>
          </ac:spMkLst>
        </pc:spChg>
        <pc:spChg chg="add del">
          <ac:chgData name="Kim, Jae H MAJ" userId="accc2f24-e717-4f65-a7da-a2627220c4b8" providerId="ADAL" clId="{2EE2B89E-326C-4EB5-8AB6-27726603F992}" dt="2022-02-08T20:00:47.901" v="45" actId="26606"/>
          <ac:spMkLst>
            <pc:docMk/>
            <pc:sldMk cId="3859366770" sldId="257"/>
            <ac:spMk id="1081" creationId="{5A55B759-31A7-423C-9BC2-A8BC09FE98B9}"/>
          </ac:spMkLst>
        </pc:spChg>
        <pc:spChg chg="add del">
          <ac:chgData name="Kim, Jae H MAJ" userId="accc2f24-e717-4f65-a7da-a2627220c4b8" providerId="ADAL" clId="{2EE2B89E-326C-4EB5-8AB6-27726603F992}" dt="2022-02-08T20:00:47.901" v="45" actId="26606"/>
          <ac:spMkLst>
            <pc:docMk/>
            <pc:sldMk cId="3859366770" sldId="257"/>
            <ac:spMk id="1082" creationId="{F78796AF-79A0-47AC-BEFD-BFFC00F968C4}"/>
          </ac:spMkLst>
        </pc:spChg>
        <pc:spChg chg="add del">
          <ac:chgData name="Kim, Jae H MAJ" userId="accc2f24-e717-4f65-a7da-a2627220c4b8" providerId="ADAL" clId="{2EE2B89E-326C-4EB5-8AB6-27726603F992}" dt="2022-02-08T20:08:06.677" v="55" actId="26606"/>
          <ac:spMkLst>
            <pc:docMk/>
            <pc:sldMk cId="3859366770" sldId="257"/>
            <ac:spMk id="1084" creationId="{0DE6A193-4755-479A-BC6F-A7EBCA73BE1A}"/>
          </ac:spMkLst>
        </pc:spChg>
        <pc:spChg chg="add del">
          <ac:chgData name="Kim, Jae H MAJ" userId="accc2f24-e717-4f65-a7da-a2627220c4b8" providerId="ADAL" clId="{2EE2B89E-326C-4EB5-8AB6-27726603F992}" dt="2022-02-08T20:08:06.677" v="55" actId="26606"/>
          <ac:spMkLst>
            <pc:docMk/>
            <pc:sldMk cId="3859366770" sldId="257"/>
            <ac:spMk id="1085" creationId="{B2DC8709-0A70-45A9-A160-4B831CAB1A43}"/>
          </ac:spMkLst>
        </pc:spChg>
        <pc:spChg chg="add del">
          <ac:chgData name="Kim, Jae H MAJ" userId="accc2f24-e717-4f65-a7da-a2627220c4b8" providerId="ADAL" clId="{2EE2B89E-326C-4EB5-8AB6-27726603F992}" dt="2022-02-08T20:08:06.677" v="55" actId="26606"/>
          <ac:spMkLst>
            <pc:docMk/>
            <pc:sldMk cId="3859366770" sldId="257"/>
            <ac:spMk id="1086" creationId="{E613F699-B53E-4E9A-B7E8-4979FEF428EA}"/>
          </ac:spMkLst>
        </pc:spChg>
        <pc:grpChg chg="add del">
          <ac:chgData name="Kim, Jae H MAJ" userId="accc2f24-e717-4f65-a7da-a2627220c4b8" providerId="ADAL" clId="{2EE2B89E-326C-4EB5-8AB6-27726603F992}" dt="2022-02-08T20:00:24.550" v="39" actId="26606"/>
          <ac:grpSpMkLst>
            <pc:docMk/>
            <pc:sldMk cId="3859366770" sldId="257"/>
            <ac:grpSpMk id="1070" creationId="{C0E9D773-7FEB-49A7-9CC0-76B8FC89560C}"/>
          </ac:grpSpMkLst>
        </pc:grpChg>
        <pc:picChg chg="add mod">
          <ac:chgData name="Kim, Jae H MAJ" userId="accc2f24-e717-4f65-a7da-a2627220c4b8" providerId="ADAL" clId="{2EE2B89E-326C-4EB5-8AB6-27726603F992}" dt="2022-02-08T20:08:06.677" v="55" actId="26606"/>
          <ac:picMkLst>
            <pc:docMk/>
            <pc:sldMk cId="3859366770" sldId="257"/>
            <ac:picMk id="4" creationId="{6B2751AE-75AF-4848-A500-FFA6B339E858}"/>
          </ac:picMkLst>
        </pc:picChg>
        <pc:picChg chg="add del mod ord">
          <ac:chgData name="Kim, Jae H MAJ" userId="accc2f24-e717-4f65-a7da-a2627220c4b8" providerId="ADAL" clId="{2EE2B89E-326C-4EB5-8AB6-27726603F992}" dt="2022-02-08T20:07:51.310" v="53" actId="478"/>
          <ac:picMkLst>
            <pc:docMk/>
            <pc:sldMk cId="3859366770" sldId="257"/>
            <ac:picMk id="1026" creationId="{8F4CDB16-FC94-4A78-BD16-588899F8D835}"/>
          </ac:picMkLst>
        </pc:picChg>
        <pc:picChg chg="del">
          <ac:chgData name="Kim, Jae H MAJ" userId="accc2f24-e717-4f65-a7da-a2627220c4b8" providerId="ADAL" clId="{2EE2B89E-326C-4EB5-8AB6-27726603F992}" dt="2022-02-08T19:59:29.094" v="24" actId="478"/>
          <ac:picMkLst>
            <pc:docMk/>
            <pc:sldMk cId="3859366770" sldId="257"/>
            <ac:picMk id="1028" creationId="{174004AB-B1E6-47F5-A9A3-EAE0F77EB805}"/>
          </ac:picMkLst>
        </pc:picChg>
      </pc:sldChg>
      <pc:sldChg chg="modSp mod">
        <pc:chgData name="Kim, Jae H MAJ" userId="accc2f24-e717-4f65-a7da-a2627220c4b8" providerId="ADAL" clId="{2EE2B89E-326C-4EB5-8AB6-27726603F992}" dt="2022-02-08T20:10:28.341" v="57" actId="20577"/>
        <pc:sldMkLst>
          <pc:docMk/>
          <pc:sldMk cId="289278416" sldId="258"/>
        </pc:sldMkLst>
        <pc:spChg chg="mod">
          <ac:chgData name="Kim, Jae H MAJ" userId="accc2f24-e717-4f65-a7da-a2627220c4b8" providerId="ADAL" clId="{2EE2B89E-326C-4EB5-8AB6-27726603F992}" dt="2022-02-08T20:10:28.341" v="57" actId="20577"/>
          <ac:spMkLst>
            <pc:docMk/>
            <pc:sldMk cId="289278416" sldId="258"/>
            <ac:spMk id="7" creationId="{55661805-6A49-403C-979A-6A19F94C7216}"/>
          </ac:spMkLst>
        </pc:spChg>
      </pc:sldChg>
      <pc:sldChg chg="modSp mod">
        <pc:chgData name="Kim, Jae H MAJ" userId="accc2f24-e717-4f65-a7da-a2627220c4b8" providerId="ADAL" clId="{2EE2B89E-326C-4EB5-8AB6-27726603F992}" dt="2022-02-08T20:10:32.170" v="59" actId="20577"/>
        <pc:sldMkLst>
          <pc:docMk/>
          <pc:sldMk cId="2891860099" sldId="259"/>
        </pc:sldMkLst>
        <pc:spChg chg="mod">
          <ac:chgData name="Kim, Jae H MAJ" userId="accc2f24-e717-4f65-a7da-a2627220c4b8" providerId="ADAL" clId="{2EE2B89E-326C-4EB5-8AB6-27726603F992}" dt="2022-02-08T20:10:32.170" v="59" actId="20577"/>
          <ac:spMkLst>
            <pc:docMk/>
            <pc:sldMk cId="2891860099" sldId="259"/>
            <ac:spMk id="7" creationId="{55661805-6A49-403C-979A-6A19F94C7216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10FDDAD-99D8-482D-8027-83224C6EE839}" type="datetimeFigureOut">
              <a:rPr lang="en-US" smtClean="0"/>
              <a:t>2/8/2022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8F9F6E0-A6CA-4BC8-9801-879F269EB0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26764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B4150A-0754-5F4D-8173-14A5C826EF43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743492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B4150A-0754-5F4D-8173-14A5C826EF43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922853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B4150A-0754-5F4D-8173-14A5C826EF43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77049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8CB25E-B450-4B47-9086-D1A58897CF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836A98-CAED-7B42-83A1-C36BAC8C7F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531632-3BF5-A74D-9A9B-328EB365AE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90CDB-9F90-AC46-8630-40CB7CA43A76}" type="datetimeFigureOut">
              <a:rPr lang="en-US" smtClean="0"/>
              <a:t>2/8/2022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2FA1BC-FCF3-D04D-8D92-5D04649521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246967-DDD4-2146-8B28-60DEE72FBD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84C9D7-ABF0-8347-BFC1-F8F606D381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41765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1C6466-A19E-244E-865E-76E8EF06DB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C625A97-5D57-364D-A6C1-D1E050789E6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6F4050-11DD-7646-9061-7597D07559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90CDB-9F90-AC46-8630-40CB7CA43A76}" type="datetimeFigureOut">
              <a:rPr lang="en-US" smtClean="0"/>
              <a:t>2/8/2022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37A4FB-5425-764F-A32D-1C8EE773A1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6ECC0E-7DF7-814E-958D-254B9DDE93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84C9D7-ABF0-8347-BFC1-F8F606D381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47093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9C17FDA-6A06-F148-A178-D9331A5629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0A8488-B2EA-424F-94FE-D7196CB0CC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665AFB-9AC3-1A40-A583-C1C2E7284EE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 i="0">
                <a:solidFill>
                  <a:schemeClr val="tx1">
                    <a:tint val="75000"/>
                  </a:schemeClr>
                </a:solidFill>
                <a:latin typeface="Roboto" panose="02000000000000000000" pitchFamily="2" charset="0"/>
              </a:defRPr>
            </a:lvl1pPr>
          </a:lstStyle>
          <a:p>
            <a:fld id="{16590CDB-9F90-AC46-8630-40CB7CA43A76}" type="datetimeFigureOut">
              <a:rPr lang="en-US" smtClean="0"/>
              <a:pPr/>
              <a:t>2/8/2022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EB1111-5A48-6F49-A2C6-C07FFB655B0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 i="0">
                <a:solidFill>
                  <a:schemeClr val="tx1">
                    <a:tint val="75000"/>
                  </a:schemeClr>
                </a:solidFill>
                <a:latin typeface="Roboto" panose="02000000000000000000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065380-A4BB-4D49-9E70-B837F19015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tx1">
                    <a:tint val="75000"/>
                  </a:schemeClr>
                </a:solidFill>
                <a:latin typeface="Roboto" panose="02000000000000000000" pitchFamily="2" charset="0"/>
              </a:defRPr>
            </a:lvl1pPr>
          </a:lstStyle>
          <a:p>
            <a:fld id="{2C84C9D7-ABF0-8347-BFC1-F8F606D3812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48414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49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0" i="0" kern="1200">
          <a:solidFill>
            <a:schemeClr val="tx1"/>
          </a:solidFill>
          <a:latin typeface="Roboto" panose="02000000000000000000" pitchFamily="2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Roboto" panose="02000000000000000000" pitchFamily="2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Roboto" panose="02000000000000000000" pitchFamily="2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Roboto" panose="02000000000000000000" pitchFamily="2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Roboto" panose="02000000000000000000" pitchFamily="2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Roboto" panose="02000000000000000000" pitchFamily="2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Rectangle 130">
            <a:extLst>
              <a:ext uri="{FF2B5EF4-FFF2-40B4-BE49-F238E27FC236}">
                <a16:creationId xmlns:a16="http://schemas.microsoft.com/office/drawing/2014/main" id="{7CA0DAA6-33B8-4A25-810D-2F4D816FB4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4654297" cy="6858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CD4C77A-7A0A-7941-A1CA-5F95F3A2BF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1307" y="640081"/>
            <a:ext cx="3377183" cy="3681976"/>
          </a:xfrm>
          <a:noFill/>
        </p:spPr>
        <p:txBody>
          <a:bodyPr>
            <a:normAutofit/>
          </a:bodyPr>
          <a:lstStyle/>
          <a:p>
            <a:pPr algn="l"/>
            <a:r>
              <a:rPr lang="en-US" sz="44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Lesson </a:t>
            </a:r>
            <a:r>
              <a:rPr lang="en-US" sz="4400">
                <a:solidFill>
                  <a:schemeClr val="bg1"/>
                </a:solidFill>
                <a:ea typeface="Roboto" panose="02000000000000000000" pitchFamily="2" charset="0"/>
              </a:rPr>
              <a:t>20</a:t>
            </a:r>
            <a:r>
              <a:rPr lang="en-US" sz="44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: </a:t>
            </a:r>
            <a:r>
              <a:rPr lang="en-US" sz="4400">
                <a:solidFill>
                  <a:schemeClr val="bg1"/>
                </a:solidFill>
              </a:rPr>
              <a:t>Relational data I: Keys and Joins</a:t>
            </a:r>
            <a:endParaRPr lang="en-US" sz="440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2245AB1-302F-7A4B-8D2D-E7EBE77A33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1307" y="4460487"/>
            <a:ext cx="3377184" cy="1757433"/>
          </a:xfrm>
          <a:noFill/>
        </p:spPr>
        <p:txBody>
          <a:bodyPr>
            <a:normAutofit/>
          </a:bodyPr>
          <a:lstStyle/>
          <a:p>
            <a:pPr algn="l"/>
            <a:r>
              <a:rPr lang="en-US" sz="2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SE370 – Computer-Aided Systems Engineering</a:t>
            </a:r>
          </a:p>
          <a:p>
            <a:pPr algn="l"/>
            <a:r>
              <a:rPr lang="en-US" sz="2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MAJ Jae Kim DSE- Instructor</a:t>
            </a:r>
          </a:p>
        </p:txBody>
      </p:sp>
      <p:pic>
        <p:nvPicPr>
          <p:cNvPr id="4" name="Picture 2" descr="13 Relational data | R for Data Science">
            <a:extLst>
              <a:ext uri="{FF2B5EF4-FFF2-40B4-BE49-F238E27FC236}">
                <a16:creationId xmlns:a16="http://schemas.microsoft.com/office/drawing/2014/main" id="{6B2751AE-75AF-4848-A500-FFA6B339E8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386581" y="640080"/>
            <a:ext cx="3974210" cy="55778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593667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15C283-6C3C-394B-90E4-5599ADAE38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1920"/>
            <a:ext cx="10839148" cy="757997"/>
          </a:xfrm>
        </p:spPr>
        <p:txBody>
          <a:bodyPr>
            <a:noAutofit/>
          </a:bodyPr>
          <a:lstStyle/>
          <a:p>
            <a:r>
              <a:rPr lang="en-US" sz="4000" dirty="0">
                <a:ea typeface="Roboto" panose="02000000000000000000" pitchFamily="2" charset="0"/>
              </a:rPr>
              <a:t>Today</a:t>
            </a:r>
            <a:endParaRPr lang="en-US" sz="40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B9DE9EE-4AD7-EE4A-8673-FE8227DA60CC}"/>
              </a:ext>
            </a:extLst>
          </p:cNvPr>
          <p:cNvCxnSpPr>
            <a:cxnSpLocks/>
          </p:cNvCxnSpPr>
          <p:nvPr/>
        </p:nvCxnSpPr>
        <p:spPr>
          <a:xfrm>
            <a:off x="0" y="894521"/>
            <a:ext cx="12192000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1" name="Slide Number Placeholder 3">
            <a:extLst>
              <a:ext uri="{FF2B5EF4-FFF2-40B4-BE49-F238E27FC236}">
                <a16:creationId xmlns:a16="http://schemas.microsoft.com/office/drawing/2014/main" id="{BC085D7F-118E-3D41-B29C-B9E54160E1D7}"/>
              </a:ext>
            </a:extLst>
          </p:cNvPr>
          <p:cNvSpPr txBox="1">
            <a:spLocks/>
          </p:cNvSpPr>
          <p:nvPr/>
        </p:nvSpPr>
        <p:spPr>
          <a:xfrm>
            <a:off x="11765400" y="6552757"/>
            <a:ext cx="497149" cy="2175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D303DFBE-5AC5-42D1-BF1B-1202ABDA6B88}" type="slidenum">
              <a:rPr lang="en-US" smtClean="0">
                <a:latin typeface="Roboto" panose="02000000000000000000" pitchFamily="2" charset="0"/>
                <a:ea typeface="Roboto" panose="02000000000000000000" pitchFamily="2" charset="0"/>
              </a:rPr>
              <a:pPr>
                <a:defRPr/>
              </a:pPr>
              <a:t>2</a:t>
            </a:fld>
            <a:endParaRPr lang="en-US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2" name="Content Placeholder 4">
            <a:extLst>
              <a:ext uri="{FF2B5EF4-FFF2-40B4-BE49-F238E27FC236}">
                <a16:creationId xmlns:a16="http://schemas.microsoft.com/office/drawing/2014/main" id="{9030A6D5-2C7B-4142-9301-CBE7FB88AA9A}"/>
              </a:ext>
            </a:extLst>
          </p:cNvPr>
          <p:cNvSpPr txBox="1">
            <a:spLocks/>
          </p:cNvSpPr>
          <p:nvPr/>
        </p:nvSpPr>
        <p:spPr>
          <a:xfrm>
            <a:off x="430801" y="959248"/>
            <a:ext cx="11246547" cy="5451492"/>
          </a:xfrm>
          <a:prstGeom prst="rect">
            <a:avLst/>
          </a:prstGeom>
        </p:spPr>
        <p:txBody>
          <a:bodyPr>
            <a:noAutofit/>
          </a:bodyPr>
          <a:lstStyle>
            <a:lvl1pPr marL="257175" indent="-257175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57213" indent="-214313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100">
                <a:solidFill>
                  <a:schemeClr val="tx1"/>
                </a:solidFill>
                <a:latin typeface="+mn-lt"/>
              </a:defRPr>
            </a:lvl2pPr>
            <a:lvl3pPr marL="8572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1800">
                <a:solidFill>
                  <a:schemeClr val="tx1"/>
                </a:solidFill>
                <a:latin typeface="+mn-lt"/>
              </a:defRPr>
            </a:lvl3pPr>
            <a:lvl4pPr marL="12001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500">
                <a:solidFill>
                  <a:schemeClr val="tx1"/>
                </a:solidFill>
                <a:latin typeface="+mn-lt"/>
              </a:defRPr>
            </a:lvl4pPr>
            <a:lvl5pPr marL="15430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+mn-lt"/>
              </a:defRPr>
            </a:lvl5pPr>
            <a:lvl6pPr marL="18859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+mn-lt"/>
              </a:defRPr>
            </a:lvl6pPr>
            <a:lvl7pPr marL="22288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+mn-lt"/>
              </a:defRPr>
            </a:lvl7pPr>
            <a:lvl8pPr marL="25717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+mn-lt"/>
              </a:defRPr>
            </a:lvl8pPr>
            <a:lvl9pPr marL="29146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+mn-lt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endParaRPr lang="en-US" sz="2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5661805-6A49-403C-979A-6A19F94C7216}"/>
              </a:ext>
            </a:extLst>
          </p:cNvPr>
          <p:cNvSpPr txBox="1"/>
          <p:nvPr/>
        </p:nvSpPr>
        <p:spPr>
          <a:xfrm>
            <a:off x="697832" y="1327772"/>
            <a:ext cx="10074442" cy="3847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endParaRPr lang="en-US" sz="3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600" dirty="0"/>
              <a:t>Lesson 20: Relational data I: Keys and Joins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3200" dirty="0"/>
              <a:t>1. Identify the keys in a dataset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3200" dirty="0"/>
              <a:t>2. Join two datasets together using a unique identifier (key)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3200" dirty="0"/>
              <a:t>3. Understand and apply mutating and filtering joins</a:t>
            </a:r>
          </a:p>
          <a:p>
            <a:pPr marL="0" indent="0">
              <a:buNone/>
            </a:pPr>
            <a:endParaRPr lang="en-US" sz="2800" dirty="0"/>
          </a:p>
          <a:p>
            <a:pPr marL="585788" lvl="1" indent="-285750">
              <a:buFont typeface="Arial" panose="020B0604020202020204" pitchFamily="34" charset="0"/>
              <a:buChar char="•"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892784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15C283-6C3C-394B-90E4-5599ADAE38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1920"/>
            <a:ext cx="10839148" cy="757997"/>
          </a:xfrm>
        </p:spPr>
        <p:txBody>
          <a:bodyPr>
            <a:noAutofit/>
          </a:bodyPr>
          <a:lstStyle/>
          <a:p>
            <a:r>
              <a:rPr lang="en-US" sz="4000" dirty="0">
                <a:ea typeface="Roboto" panose="02000000000000000000" pitchFamily="2" charset="0"/>
              </a:rPr>
              <a:t>Next Time</a:t>
            </a:r>
            <a:endParaRPr lang="en-US" sz="40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B9DE9EE-4AD7-EE4A-8673-FE8227DA60CC}"/>
              </a:ext>
            </a:extLst>
          </p:cNvPr>
          <p:cNvCxnSpPr>
            <a:cxnSpLocks/>
          </p:cNvCxnSpPr>
          <p:nvPr/>
        </p:nvCxnSpPr>
        <p:spPr>
          <a:xfrm>
            <a:off x="0" y="894521"/>
            <a:ext cx="12192000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1" name="Slide Number Placeholder 3">
            <a:extLst>
              <a:ext uri="{FF2B5EF4-FFF2-40B4-BE49-F238E27FC236}">
                <a16:creationId xmlns:a16="http://schemas.microsoft.com/office/drawing/2014/main" id="{BC085D7F-118E-3D41-B29C-B9E54160E1D7}"/>
              </a:ext>
            </a:extLst>
          </p:cNvPr>
          <p:cNvSpPr txBox="1">
            <a:spLocks/>
          </p:cNvSpPr>
          <p:nvPr/>
        </p:nvSpPr>
        <p:spPr>
          <a:xfrm>
            <a:off x="11765400" y="6552757"/>
            <a:ext cx="497149" cy="2175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D303DFBE-5AC5-42D1-BF1B-1202ABDA6B88}" type="slidenum">
              <a:rPr lang="en-US" smtClean="0">
                <a:latin typeface="Roboto" panose="02000000000000000000" pitchFamily="2" charset="0"/>
                <a:ea typeface="Roboto" panose="02000000000000000000" pitchFamily="2" charset="0"/>
              </a:rPr>
              <a:pPr>
                <a:defRPr/>
              </a:pPr>
              <a:t>3</a:t>
            </a:fld>
            <a:endParaRPr lang="en-US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2" name="Content Placeholder 4">
            <a:extLst>
              <a:ext uri="{FF2B5EF4-FFF2-40B4-BE49-F238E27FC236}">
                <a16:creationId xmlns:a16="http://schemas.microsoft.com/office/drawing/2014/main" id="{9030A6D5-2C7B-4142-9301-CBE7FB88AA9A}"/>
              </a:ext>
            </a:extLst>
          </p:cNvPr>
          <p:cNvSpPr txBox="1">
            <a:spLocks/>
          </p:cNvSpPr>
          <p:nvPr/>
        </p:nvSpPr>
        <p:spPr>
          <a:xfrm>
            <a:off x="430801" y="959248"/>
            <a:ext cx="11246547" cy="5451492"/>
          </a:xfrm>
          <a:prstGeom prst="rect">
            <a:avLst/>
          </a:prstGeom>
        </p:spPr>
        <p:txBody>
          <a:bodyPr>
            <a:noAutofit/>
          </a:bodyPr>
          <a:lstStyle>
            <a:lvl1pPr marL="257175" indent="-257175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57213" indent="-214313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100">
                <a:solidFill>
                  <a:schemeClr val="tx1"/>
                </a:solidFill>
                <a:latin typeface="+mn-lt"/>
              </a:defRPr>
            </a:lvl2pPr>
            <a:lvl3pPr marL="8572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1800">
                <a:solidFill>
                  <a:schemeClr val="tx1"/>
                </a:solidFill>
                <a:latin typeface="+mn-lt"/>
              </a:defRPr>
            </a:lvl3pPr>
            <a:lvl4pPr marL="12001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500">
                <a:solidFill>
                  <a:schemeClr val="tx1"/>
                </a:solidFill>
                <a:latin typeface="+mn-lt"/>
              </a:defRPr>
            </a:lvl4pPr>
            <a:lvl5pPr marL="15430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+mn-lt"/>
              </a:defRPr>
            </a:lvl5pPr>
            <a:lvl6pPr marL="18859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+mn-lt"/>
              </a:defRPr>
            </a:lvl6pPr>
            <a:lvl7pPr marL="22288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+mn-lt"/>
              </a:defRPr>
            </a:lvl7pPr>
            <a:lvl8pPr marL="25717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+mn-lt"/>
              </a:defRPr>
            </a:lvl8pPr>
            <a:lvl9pPr marL="29146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+mn-lt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endParaRPr lang="en-US" sz="2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5661805-6A49-403C-979A-6A19F94C7216}"/>
              </a:ext>
            </a:extLst>
          </p:cNvPr>
          <p:cNvSpPr txBox="1"/>
          <p:nvPr/>
        </p:nvSpPr>
        <p:spPr>
          <a:xfrm>
            <a:off x="697832" y="1327772"/>
            <a:ext cx="10074442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endParaRPr lang="en-US" sz="3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600" dirty="0"/>
              <a:t>Lesson 21: Relational data II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3200" dirty="0"/>
              <a:t>1</a:t>
            </a:r>
            <a:r>
              <a:rPr lang="en-US" sz="3200"/>
              <a:t>. Understand </a:t>
            </a:r>
            <a:r>
              <a:rPr lang="en-US" sz="3200" dirty="0"/>
              <a:t>the advantages and disadvantages of a relational database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3200" dirty="0"/>
              <a:t>2. Create and query a relational database to answer simple questions 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8918600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97</Words>
  <Application>Microsoft Office PowerPoint</Application>
  <PresentationFormat>Widescreen</PresentationFormat>
  <Paragraphs>19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Roboto</vt:lpstr>
      <vt:lpstr>Office Theme</vt:lpstr>
      <vt:lpstr>Lesson 20: Relational data I: Keys and Joins</vt:lpstr>
      <vt:lpstr>Today</vt:lpstr>
      <vt:lpstr>Next Time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12: Control Structures II</dc:title>
  <dc:creator>MacGibbon, James E CPT</dc:creator>
  <cp:lastModifiedBy>Kim, Jae H MAJ</cp:lastModifiedBy>
  <cp:revision>2</cp:revision>
  <dcterms:created xsi:type="dcterms:W3CDTF">2022-02-03T16:03:15Z</dcterms:created>
  <dcterms:modified xsi:type="dcterms:W3CDTF">2022-02-08T20:13:22Z</dcterms:modified>
</cp:coreProperties>
</file>